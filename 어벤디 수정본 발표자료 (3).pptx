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29081"/>
            <a:ext cx="18288000" cy="9525"/>
          </a:xfrm>
          <a:custGeom>
            <a:avLst/>
            <a:gdLst/>
            <a:ahLst/>
            <a:cxnLst/>
            <a:rect l="l" t="t" r="r" b="b"/>
            <a:pathLst>
              <a:path w="18288000" h="9525">
                <a:moveTo>
                  <a:pt x="18287999" y="0"/>
                </a:moveTo>
                <a:lnTo>
                  <a:pt x="18287999" y="9524"/>
                </a:lnTo>
                <a:lnTo>
                  <a:pt x="0" y="9524"/>
                </a:lnTo>
                <a:lnTo>
                  <a:pt x="0" y="0"/>
                </a:lnTo>
                <a:lnTo>
                  <a:pt x="18287999" y="0"/>
                </a:lnTo>
                <a:close/>
              </a:path>
            </a:pathLst>
          </a:custGeom>
          <a:solidFill>
            <a:srgbClr val="323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01612" y="0"/>
            <a:ext cx="0" cy="1033780"/>
          </a:xfrm>
          <a:custGeom>
            <a:avLst/>
            <a:gdLst/>
            <a:ahLst/>
            <a:cxnLst/>
            <a:rect l="l" t="t" r="r" b="b"/>
            <a:pathLst>
              <a:path w="0" h="1033780">
                <a:moveTo>
                  <a:pt x="0" y="0"/>
                </a:moveTo>
                <a:lnTo>
                  <a:pt x="0" y="1033462"/>
                </a:lnTo>
              </a:path>
            </a:pathLst>
          </a:custGeom>
          <a:ln w="9524">
            <a:solidFill>
              <a:srgbClr val="3234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24319" y="1155945"/>
            <a:ext cx="354965" cy="354965"/>
          </a:xfrm>
          <a:custGeom>
            <a:avLst/>
            <a:gdLst/>
            <a:ahLst/>
            <a:cxnLst/>
            <a:rect l="l" t="t" r="r" b="b"/>
            <a:pathLst>
              <a:path w="354965" h="354965">
                <a:moveTo>
                  <a:pt x="177262" y="354525"/>
                </a:moveTo>
                <a:lnTo>
                  <a:pt x="0" y="177262"/>
                </a:lnTo>
                <a:lnTo>
                  <a:pt x="177262" y="0"/>
                </a:lnTo>
                <a:lnTo>
                  <a:pt x="354525" y="177262"/>
                </a:lnTo>
                <a:lnTo>
                  <a:pt x="177262" y="3545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126466" y="1155946"/>
            <a:ext cx="350520" cy="175260"/>
          </a:xfrm>
          <a:custGeom>
            <a:avLst/>
            <a:gdLst/>
            <a:ahLst/>
            <a:cxnLst/>
            <a:rect l="l" t="t" r="r" b="b"/>
            <a:pathLst>
              <a:path w="350519" h="175259">
                <a:moveTo>
                  <a:pt x="0" y="175114"/>
                </a:moveTo>
                <a:lnTo>
                  <a:pt x="175114" y="0"/>
                </a:lnTo>
                <a:lnTo>
                  <a:pt x="350229" y="175115"/>
                </a:lnTo>
              </a:path>
            </a:pathLst>
          </a:custGeom>
          <a:ln w="19049">
            <a:solidFill>
              <a:srgbClr val="3234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9443301"/>
            <a:ext cx="18288000" cy="843915"/>
          </a:xfrm>
          <a:custGeom>
            <a:avLst/>
            <a:gdLst/>
            <a:ahLst/>
            <a:cxnLst/>
            <a:rect l="l" t="t" r="r" b="b"/>
            <a:pathLst>
              <a:path w="18288000" h="843915">
                <a:moveTo>
                  <a:pt x="18287999" y="843698"/>
                </a:moveTo>
                <a:lnTo>
                  <a:pt x="0" y="84369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843698"/>
                </a:lnTo>
                <a:close/>
              </a:path>
            </a:pathLst>
          </a:custGeom>
          <a:solidFill>
            <a:srgbClr val="BD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953463" y="1957731"/>
            <a:ext cx="10430510" cy="805180"/>
          </a:xfrm>
          <a:custGeom>
            <a:avLst/>
            <a:gdLst/>
            <a:ahLst/>
            <a:cxnLst/>
            <a:rect l="l" t="t" r="r" b="b"/>
            <a:pathLst>
              <a:path w="10430510" h="805180">
                <a:moveTo>
                  <a:pt x="10029514" y="804764"/>
                </a:moveTo>
                <a:lnTo>
                  <a:pt x="402382" y="804764"/>
                </a:lnTo>
                <a:lnTo>
                  <a:pt x="355455" y="802056"/>
                </a:lnTo>
                <a:lnTo>
                  <a:pt x="310119" y="794136"/>
                </a:lnTo>
                <a:lnTo>
                  <a:pt x="266675" y="781305"/>
                </a:lnTo>
                <a:lnTo>
                  <a:pt x="225424" y="763865"/>
                </a:lnTo>
                <a:lnTo>
                  <a:pt x="186669" y="742118"/>
                </a:lnTo>
                <a:lnTo>
                  <a:pt x="150712" y="716365"/>
                </a:lnTo>
                <a:lnTo>
                  <a:pt x="117855" y="686909"/>
                </a:lnTo>
                <a:lnTo>
                  <a:pt x="88398" y="654051"/>
                </a:lnTo>
                <a:lnTo>
                  <a:pt x="62646" y="618094"/>
                </a:lnTo>
                <a:lnTo>
                  <a:pt x="40898" y="579339"/>
                </a:lnTo>
                <a:lnTo>
                  <a:pt x="23458" y="538088"/>
                </a:lnTo>
                <a:lnTo>
                  <a:pt x="10627" y="494644"/>
                </a:lnTo>
                <a:lnTo>
                  <a:pt x="2707" y="449308"/>
                </a:lnTo>
                <a:lnTo>
                  <a:pt x="0" y="402382"/>
                </a:lnTo>
                <a:lnTo>
                  <a:pt x="2707" y="355455"/>
                </a:lnTo>
                <a:lnTo>
                  <a:pt x="10627" y="310119"/>
                </a:lnTo>
                <a:lnTo>
                  <a:pt x="23458" y="266675"/>
                </a:lnTo>
                <a:lnTo>
                  <a:pt x="40898" y="225424"/>
                </a:lnTo>
                <a:lnTo>
                  <a:pt x="62646" y="186669"/>
                </a:lnTo>
                <a:lnTo>
                  <a:pt x="88398" y="150712"/>
                </a:lnTo>
                <a:lnTo>
                  <a:pt x="117855" y="117854"/>
                </a:lnTo>
                <a:lnTo>
                  <a:pt x="150712" y="88398"/>
                </a:lnTo>
                <a:lnTo>
                  <a:pt x="186669" y="62646"/>
                </a:lnTo>
                <a:lnTo>
                  <a:pt x="225424" y="40898"/>
                </a:lnTo>
                <a:lnTo>
                  <a:pt x="266675" y="23458"/>
                </a:lnTo>
                <a:lnTo>
                  <a:pt x="310119" y="10627"/>
                </a:lnTo>
                <a:lnTo>
                  <a:pt x="355455" y="2707"/>
                </a:lnTo>
                <a:lnTo>
                  <a:pt x="402382" y="0"/>
                </a:lnTo>
                <a:lnTo>
                  <a:pt x="10029514" y="0"/>
                </a:lnTo>
                <a:lnTo>
                  <a:pt x="10076440" y="2707"/>
                </a:lnTo>
                <a:lnTo>
                  <a:pt x="10121776" y="10627"/>
                </a:lnTo>
                <a:lnTo>
                  <a:pt x="10165221" y="23458"/>
                </a:lnTo>
                <a:lnTo>
                  <a:pt x="10206471" y="40898"/>
                </a:lnTo>
                <a:lnTo>
                  <a:pt x="10245226" y="62646"/>
                </a:lnTo>
                <a:lnTo>
                  <a:pt x="10281183" y="88398"/>
                </a:lnTo>
                <a:lnTo>
                  <a:pt x="10314041" y="117854"/>
                </a:lnTo>
                <a:lnTo>
                  <a:pt x="10343497" y="150712"/>
                </a:lnTo>
                <a:lnTo>
                  <a:pt x="10369250" y="186669"/>
                </a:lnTo>
                <a:lnTo>
                  <a:pt x="10390997" y="225424"/>
                </a:lnTo>
                <a:lnTo>
                  <a:pt x="10408438" y="266675"/>
                </a:lnTo>
                <a:lnTo>
                  <a:pt x="10421269" y="310119"/>
                </a:lnTo>
                <a:lnTo>
                  <a:pt x="10429189" y="355455"/>
                </a:lnTo>
                <a:lnTo>
                  <a:pt x="10430497" y="378131"/>
                </a:lnTo>
                <a:lnTo>
                  <a:pt x="10430497" y="426633"/>
                </a:lnTo>
                <a:lnTo>
                  <a:pt x="10421269" y="494644"/>
                </a:lnTo>
                <a:lnTo>
                  <a:pt x="10408438" y="538088"/>
                </a:lnTo>
                <a:lnTo>
                  <a:pt x="10390997" y="579339"/>
                </a:lnTo>
                <a:lnTo>
                  <a:pt x="10369250" y="618094"/>
                </a:lnTo>
                <a:lnTo>
                  <a:pt x="10343497" y="654051"/>
                </a:lnTo>
                <a:lnTo>
                  <a:pt x="10314041" y="686909"/>
                </a:lnTo>
                <a:lnTo>
                  <a:pt x="10281183" y="716365"/>
                </a:lnTo>
                <a:lnTo>
                  <a:pt x="10245226" y="742118"/>
                </a:lnTo>
                <a:lnTo>
                  <a:pt x="10206471" y="763865"/>
                </a:lnTo>
                <a:lnTo>
                  <a:pt x="10165221" y="781305"/>
                </a:lnTo>
                <a:lnTo>
                  <a:pt x="10121776" y="794136"/>
                </a:lnTo>
                <a:lnTo>
                  <a:pt x="10076440" y="802056"/>
                </a:lnTo>
                <a:lnTo>
                  <a:pt x="10029514" y="804764"/>
                </a:lnTo>
                <a:close/>
              </a:path>
            </a:pathLst>
          </a:custGeom>
          <a:solidFill>
            <a:srgbClr val="E2E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953746" y="1957732"/>
            <a:ext cx="10429875" cy="800100"/>
          </a:xfrm>
          <a:custGeom>
            <a:avLst/>
            <a:gdLst/>
            <a:ahLst/>
            <a:cxnLst/>
            <a:rect l="l" t="t" r="r" b="b"/>
            <a:pathLst>
              <a:path w="10429875" h="800100">
                <a:moveTo>
                  <a:pt x="10429590" y="430962"/>
                </a:moveTo>
                <a:lnTo>
                  <a:pt x="10420614" y="494613"/>
                </a:lnTo>
                <a:lnTo>
                  <a:pt x="10407784" y="538055"/>
                </a:lnTo>
                <a:lnTo>
                  <a:pt x="10390344" y="579303"/>
                </a:lnTo>
                <a:lnTo>
                  <a:pt x="10368598" y="618055"/>
                </a:lnTo>
                <a:lnTo>
                  <a:pt x="10342847" y="654010"/>
                </a:lnTo>
                <a:lnTo>
                  <a:pt x="10313393" y="686866"/>
                </a:lnTo>
                <a:lnTo>
                  <a:pt x="10280537" y="716320"/>
                </a:lnTo>
                <a:lnTo>
                  <a:pt x="10244582" y="742071"/>
                </a:lnTo>
                <a:lnTo>
                  <a:pt x="10205829" y="763817"/>
                </a:lnTo>
                <a:lnTo>
                  <a:pt x="10164582" y="781256"/>
                </a:lnTo>
                <a:lnTo>
                  <a:pt x="10121140" y="794086"/>
                </a:lnTo>
                <a:lnTo>
                  <a:pt x="10086720" y="800099"/>
                </a:lnTo>
              </a:path>
              <a:path w="10429875" h="800100">
                <a:moveTo>
                  <a:pt x="344520" y="800099"/>
                </a:moveTo>
                <a:lnTo>
                  <a:pt x="266658" y="781256"/>
                </a:lnTo>
                <a:lnTo>
                  <a:pt x="225410" y="763817"/>
                </a:lnTo>
                <a:lnTo>
                  <a:pt x="186658" y="742071"/>
                </a:lnTo>
                <a:lnTo>
                  <a:pt x="150703" y="716320"/>
                </a:lnTo>
                <a:lnTo>
                  <a:pt x="117847" y="686865"/>
                </a:lnTo>
                <a:lnTo>
                  <a:pt x="88393" y="654010"/>
                </a:lnTo>
                <a:lnTo>
                  <a:pt x="62642" y="618055"/>
                </a:lnTo>
                <a:lnTo>
                  <a:pt x="40895" y="579303"/>
                </a:lnTo>
                <a:lnTo>
                  <a:pt x="23456" y="538055"/>
                </a:lnTo>
                <a:lnTo>
                  <a:pt x="10626" y="494613"/>
                </a:lnTo>
                <a:lnTo>
                  <a:pt x="2706" y="449280"/>
                </a:lnTo>
                <a:lnTo>
                  <a:pt x="0" y="402356"/>
                </a:lnTo>
                <a:lnTo>
                  <a:pt x="2706" y="355433"/>
                </a:lnTo>
                <a:lnTo>
                  <a:pt x="10626" y="310100"/>
                </a:lnTo>
                <a:lnTo>
                  <a:pt x="23456" y="266658"/>
                </a:lnTo>
                <a:lnTo>
                  <a:pt x="40896" y="225410"/>
                </a:lnTo>
                <a:lnTo>
                  <a:pt x="62642" y="186658"/>
                </a:lnTo>
                <a:lnTo>
                  <a:pt x="88393" y="150703"/>
                </a:lnTo>
                <a:lnTo>
                  <a:pt x="117847" y="117847"/>
                </a:lnTo>
                <a:lnTo>
                  <a:pt x="150703" y="88393"/>
                </a:lnTo>
                <a:lnTo>
                  <a:pt x="186658" y="62642"/>
                </a:lnTo>
                <a:lnTo>
                  <a:pt x="225410" y="40896"/>
                </a:lnTo>
                <a:lnTo>
                  <a:pt x="266658" y="23456"/>
                </a:lnTo>
                <a:lnTo>
                  <a:pt x="310099" y="10626"/>
                </a:lnTo>
                <a:lnTo>
                  <a:pt x="355433" y="2706"/>
                </a:lnTo>
                <a:lnTo>
                  <a:pt x="402356" y="0"/>
                </a:lnTo>
                <a:lnTo>
                  <a:pt x="10028884" y="0"/>
                </a:lnTo>
                <a:lnTo>
                  <a:pt x="10075807" y="2706"/>
                </a:lnTo>
                <a:lnTo>
                  <a:pt x="10121140" y="10626"/>
                </a:lnTo>
                <a:lnTo>
                  <a:pt x="10164582" y="23456"/>
                </a:lnTo>
                <a:lnTo>
                  <a:pt x="10205829" y="40895"/>
                </a:lnTo>
                <a:lnTo>
                  <a:pt x="10244582" y="62641"/>
                </a:lnTo>
                <a:lnTo>
                  <a:pt x="10280537" y="88393"/>
                </a:lnTo>
                <a:lnTo>
                  <a:pt x="10313393" y="117847"/>
                </a:lnTo>
                <a:lnTo>
                  <a:pt x="10342847" y="150703"/>
                </a:lnTo>
                <a:lnTo>
                  <a:pt x="10368598" y="186657"/>
                </a:lnTo>
                <a:lnTo>
                  <a:pt x="10390344" y="225410"/>
                </a:lnTo>
                <a:lnTo>
                  <a:pt x="10407784" y="266658"/>
                </a:lnTo>
                <a:lnTo>
                  <a:pt x="10420614" y="310099"/>
                </a:lnTo>
                <a:lnTo>
                  <a:pt x="10428533" y="355433"/>
                </a:lnTo>
                <a:lnTo>
                  <a:pt x="10429590" y="373751"/>
                </a:lnTo>
              </a:path>
            </a:pathLst>
          </a:custGeom>
          <a:ln w="761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14048" y="338123"/>
            <a:ext cx="185166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234AC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234AC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234AC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234AC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234AC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234AC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29081"/>
            <a:ext cx="18288000" cy="9525"/>
          </a:xfrm>
          <a:custGeom>
            <a:avLst/>
            <a:gdLst/>
            <a:ahLst/>
            <a:cxnLst/>
            <a:rect l="l" t="t" r="r" b="b"/>
            <a:pathLst>
              <a:path w="18288000" h="9525">
                <a:moveTo>
                  <a:pt x="18287999" y="0"/>
                </a:moveTo>
                <a:lnTo>
                  <a:pt x="18287999" y="9524"/>
                </a:lnTo>
                <a:lnTo>
                  <a:pt x="0" y="9524"/>
                </a:lnTo>
                <a:lnTo>
                  <a:pt x="0" y="0"/>
                </a:lnTo>
                <a:lnTo>
                  <a:pt x="18287999" y="0"/>
                </a:lnTo>
                <a:close/>
              </a:path>
            </a:pathLst>
          </a:custGeom>
          <a:solidFill>
            <a:srgbClr val="323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01612" y="0"/>
            <a:ext cx="0" cy="1033780"/>
          </a:xfrm>
          <a:custGeom>
            <a:avLst/>
            <a:gdLst/>
            <a:ahLst/>
            <a:cxnLst/>
            <a:rect l="l" t="t" r="r" b="b"/>
            <a:pathLst>
              <a:path w="0" h="1033780">
                <a:moveTo>
                  <a:pt x="0" y="0"/>
                </a:moveTo>
                <a:lnTo>
                  <a:pt x="0" y="1033462"/>
                </a:lnTo>
              </a:path>
            </a:pathLst>
          </a:custGeom>
          <a:ln w="9524">
            <a:solidFill>
              <a:srgbClr val="3234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24319" y="1155945"/>
            <a:ext cx="354965" cy="354965"/>
          </a:xfrm>
          <a:custGeom>
            <a:avLst/>
            <a:gdLst/>
            <a:ahLst/>
            <a:cxnLst/>
            <a:rect l="l" t="t" r="r" b="b"/>
            <a:pathLst>
              <a:path w="354965" h="354965">
                <a:moveTo>
                  <a:pt x="177262" y="354525"/>
                </a:moveTo>
                <a:lnTo>
                  <a:pt x="0" y="177262"/>
                </a:lnTo>
                <a:lnTo>
                  <a:pt x="177262" y="0"/>
                </a:lnTo>
                <a:lnTo>
                  <a:pt x="354525" y="177262"/>
                </a:lnTo>
                <a:lnTo>
                  <a:pt x="177262" y="3545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126466" y="1155946"/>
            <a:ext cx="350520" cy="175260"/>
          </a:xfrm>
          <a:custGeom>
            <a:avLst/>
            <a:gdLst/>
            <a:ahLst/>
            <a:cxnLst/>
            <a:rect l="l" t="t" r="r" b="b"/>
            <a:pathLst>
              <a:path w="350519" h="175259">
                <a:moveTo>
                  <a:pt x="0" y="175114"/>
                </a:moveTo>
                <a:lnTo>
                  <a:pt x="175114" y="0"/>
                </a:lnTo>
                <a:lnTo>
                  <a:pt x="350229" y="175115"/>
                </a:lnTo>
              </a:path>
            </a:pathLst>
          </a:custGeom>
          <a:ln w="19049">
            <a:solidFill>
              <a:srgbClr val="3234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4048" y="338123"/>
            <a:ext cx="302577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234AC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1941" y="2107052"/>
            <a:ext cx="9956165" cy="6155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234AC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37625" y="2806140"/>
            <a:ext cx="12224385" cy="4558030"/>
          </a:xfrm>
          <a:custGeom>
            <a:avLst/>
            <a:gdLst/>
            <a:ahLst/>
            <a:cxnLst/>
            <a:rect l="l" t="t" r="r" b="b"/>
            <a:pathLst>
              <a:path w="12224385" h="4558030">
                <a:moveTo>
                  <a:pt x="12224004" y="642442"/>
                </a:moveTo>
                <a:lnTo>
                  <a:pt x="12222239" y="594423"/>
                </a:lnTo>
                <a:lnTo>
                  <a:pt x="12217057" y="547382"/>
                </a:lnTo>
                <a:lnTo>
                  <a:pt x="12208574" y="501421"/>
                </a:lnTo>
                <a:lnTo>
                  <a:pt x="12196890" y="456679"/>
                </a:lnTo>
                <a:lnTo>
                  <a:pt x="12182158" y="413283"/>
                </a:lnTo>
                <a:lnTo>
                  <a:pt x="12164492" y="371348"/>
                </a:lnTo>
                <a:lnTo>
                  <a:pt x="12144007" y="331012"/>
                </a:lnTo>
                <a:lnTo>
                  <a:pt x="12120829" y="292366"/>
                </a:lnTo>
                <a:lnTo>
                  <a:pt x="12095086" y="255562"/>
                </a:lnTo>
                <a:lnTo>
                  <a:pt x="12066905" y="220713"/>
                </a:lnTo>
                <a:lnTo>
                  <a:pt x="12036387" y="187947"/>
                </a:lnTo>
                <a:lnTo>
                  <a:pt x="12003684" y="157391"/>
                </a:lnTo>
                <a:lnTo>
                  <a:pt x="11968899" y="129146"/>
                </a:lnTo>
                <a:lnTo>
                  <a:pt x="11932158" y="103352"/>
                </a:lnTo>
                <a:lnTo>
                  <a:pt x="11893588" y="80137"/>
                </a:lnTo>
                <a:lnTo>
                  <a:pt x="11853316" y="59613"/>
                </a:lnTo>
                <a:lnTo>
                  <a:pt x="11811457" y="41910"/>
                </a:lnTo>
                <a:lnTo>
                  <a:pt x="11768138" y="27152"/>
                </a:lnTo>
                <a:lnTo>
                  <a:pt x="11723484" y="15455"/>
                </a:lnTo>
                <a:lnTo>
                  <a:pt x="11677612" y="6959"/>
                </a:lnTo>
                <a:lnTo>
                  <a:pt x="11630647" y="1765"/>
                </a:lnTo>
                <a:lnTo>
                  <a:pt x="11582718" y="0"/>
                </a:lnTo>
                <a:lnTo>
                  <a:pt x="10558666" y="0"/>
                </a:lnTo>
                <a:lnTo>
                  <a:pt x="6828739" y="0"/>
                </a:lnTo>
                <a:lnTo>
                  <a:pt x="6611683" y="0"/>
                </a:lnTo>
                <a:lnTo>
                  <a:pt x="5666498" y="0"/>
                </a:lnTo>
                <a:lnTo>
                  <a:pt x="1936572" y="0"/>
                </a:lnTo>
                <a:lnTo>
                  <a:pt x="1885289" y="2120"/>
                </a:lnTo>
                <a:lnTo>
                  <a:pt x="1834540" y="8432"/>
                </a:lnTo>
                <a:lnTo>
                  <a:pt x="1784591" y="18821"/>
                </a:lnTo>
                <a:lnTo>
                  <a:pt x="1735721" y="33223"/>
                </a:lnTo>
                <a:lnTo>
                  <a:pt x="1688172" y="51549"/>
                </a:lnTo>
                <a:lnTo>
                  <a:pt x="1642211" y="73685"/>
                </a:lnTo>
                <a:lnTo>
                  <a:pt x="1598117" y="99568"/>
                </a:lnTo>
                <a:lnTo>
                  <a:pt x="1556067" y="129146"/>
                </a:lnTo>
                <a:lnTo>
                  <a:pt x="250647" y="1131481"/>
                </a:lnTo>
                <a:lnTo>
                  <a:pt x="212496" y="1163256"/>
                </a:lnTo>
                <a:lnTo>
                  <a:pt x="177177" y="1197673"/>
                </a:lnTo>
                <a:lnTo>
                  <a:pt x="144767" y="1234554"/>
                </a:lnTo>
                <a:lnTo>
                  <a:pt x="115379" y="1273683"/>
                </a:lnTo>
                <a:lnTo>
                  <a:pt x="89103" y="1314894"/>
                </a:lnTo>
                <a:lnTo>
                  <a:pt x="66014" y="1357972"/>
                </a:lnTo>
                <a:lnTo>
                  <a:pt x="46240" y="1402727"/>
                </a:lnTo>
                <a:lnTo>
                  <a:pt x="29845" y="1448968"/>
                </a:lnTo>
                <a:lnTo>
                  <a:pt x="16929" y="1496491"/>
                </a:lnTo>
                <a:lnTo>
                  <a:pt x="7581" y="1545107"/>
                </a:lnTo>
                <a:lnTo>
                  <a:pt x="1917" y="1594624"/>
                </a:lnTo>
                <a:lnTo>
                  <a:pt x="0" y="1644827"/>
                </a:lnTo>
                <a:lnTo>
                  <a:pt x="0" y="3915397"/>
                </a:lnTo>
                <a:lnTo>
                  <a:pt x="1727" y="3963416"/>
                </a:lnTo>
                <a:lnTo>
                  <a:pt x="6832" y="4010456"/>
                </a:lnTo>
                <a:lnTo>
                  <a:pt x="15189" y="4056418"/>
                </a:lnTo>
                <a:lnTo>
                  <a:pt x="26670" y="4101147"/>
                </a:lnTo>
                <a:lnTo>
                  <a:pt x="41173" y="4144556"/>
                </a:lnTo>
                <a:lnTo>
                  <a:pt x="58559" y="4186478"/>
                </a:lnTo>
                <a:lnTo>
                  <a:pt x="78727" y="4226826"/>
                </a:lnTo>
                <a:lnTo>
                  <a:pt x="101536" y="4265473"/>
                </a:lnTo>
                <a:lnTo>
                  <a:pt x="126860" y="4302277"/>
                </a:lnTo>
                <a:lnTo>
                  <a:pt x="154609" y="4337113"/>
                </a:lnTo>
                <a:lnTo>
                  <a:pt x="184632" y="4369892"/>
                </a:lnTo>
                <a:lnTo>
                  <a:pt x="216827" y="4400448"/>
                </a:lnTo>
                <a:lnTo>
                  <a:pt x="251053" y="4428693"/>
                </a:lnTo>
                <a:lnTo>
                  <a:pt x="287210" y="4454487"/>
                </a:lnTo>
                <a:lnTo>
                  <a:pt x="325158" y="4477702"/>
                </a:lnTo>
                <a:lnTo>
                  <a:pt x="364794" y="4498225"/>
                </a:lnTo>
                <a:lnTo>
                  <a:pt x="405993" y="4515917"/>
                </a:lnTo>
                <a:lnTo>
                  <a:pt x="448627" y="4530687"/>
                </a:lnTo>
                <a:lnTo>
                  <a:pt x="492569" y="4542371"/>
                </a:lnTo>
                <a:lnTo>
                  <a:pt x="537718" y="4550880"/>
                </a:lnTo>
                <a:lnTo>
                  <a:pt x="583933" y="4556074"/>
                </a:lnTo>
                <a:lnTo>
                  <a:pt x="631101" y="4557839"/>
                </a:lnTo>
                <a:lnTo>
                  <a:pt x="4219295" y="4557839"/>
                </a:lnTo>
                <a:lnTo>
                  <a:pt x="4266450" y="4556074"/>
                </a:lnTo>
                <a:lnTo>
                  <a:pt x="4289628" y="4553356"/>
                </a:lnTo>
                <a:lnTo>
                  <a:pt x="4313860" y="4556074"/>
                </a:lnTo>
                <a:lnTo>
                  <a:pt x="4361027" y="4557839"/>
                </a:lnTo>
                <a:lnTo>
                  <a:pt x="7949209" y="4557839"/>
                </a:lnTo>
                <a:lnTo>
                  <a:pt x="7971599" y="4557001"/>
                </a:lnTo>
                <a:lnTo>
                  <a:pt x="8952941" y="4557001"/>
                </a:lnTo>
                <a:lnTo>
                  <a:pt x="8976982" y="4556074"/>
                </a:lnTo>
                <a:lnTo>
                  <a:pt x="8979129" y="4556074"/>
                </a:lnTo>
                <a:lnTo>
                  <a:pt x="9028493" y="4550372"/>
                </a:lnTo>
                <a:lnTo>
                  <a:pt x="9075928" y="4541202"/>
                </a:lnTo>
                <a:lnTo>
                  <a:pt x="9122334" y="4528528"/>
                </a:lnTo>
                <a:lnTo>
                  <a:pt x="9167508" y="4512462"/>
                </a:lnTo>
                <a:lnTo>
                  <a:pt x="9211285" y="4493095"/>
                </a:lnTo>
                <a:lnTo>
                  <a:pt x="9253487" y="4470539"/>
                </a:lnTo>
                <a:lnTo>
                  <a:pt x="9293923" y="4444885"/>
                </a:lnTo>
                <a:lnTo>
                  <a:pt x="9332430" y="4416234"/>
                </a:lnTo>
                <a:lnTo>
                  <a:pt x="9368815" y="4384687"/>
                </a:lnTo>
                <a:lnTo>
                  <a:pt x="9402902" y="4350347"/>
                </a:lnTo>
                <a:lnTo>
                  <a:pt x="9434525" y="4313313"/>
                </a:lnTo>
                <a:lnTo>
                  <a:pt x="9812007" y="3836416"/>
                </a:lnTo>
                <a:lnTo>
                  <a:pt x="9843656" y="3799065"/>
                </a:lnTo>
                <a:lnTo>
                  <a:pt x="9877819" y="3764521"/>
                </a:lnTo>
                <a:lnTo>
                  <a:pt x="9914318" y="3732860"/>
                </a:lnTo>
                <a:lnTo>
                  <a:pt x="9952939" y="3704171"/>
                </a:lnTo>
                <a:lnTo>
                  <a:pt x="9993503" y="3678542"/>
                </a:lnTo>
                <a:lnTo>
                  <a:pt x="10035807" y="3656063"/>
                </a:lnTo>
                <a:lnTo>
                  <a:pt x="10079660" y="3636810"/>
                </a:lnTo>
                <a:lnTo>
                  <a:pt x="10124872" y="3620871"/>
                </a:lnTo>
                <a:lnTo>
                  <a:pt x="10171239" y="3608324"/>
                </a:lnTo>
                <a:lnTo>
                  <a:pt x="10218560" y="3599256"/>
                </a:lnTo>
                <a:lnTo>
                  <a:pt x="10266655" y="3593744"/>
                </a:lnTo>
                <a:lnTo>
                  <a:pt x="10315334" y="3591903"/>
                </a:lnTo>
                <a:lnTo>
                  <a:pt x="11582718" y="3591903"/>
                </a:lnTo>
                <a:lnTo>
                  <a:pt x="11630647" y="3590137"/>
                </a:lnTo>
                <a:lnTo>
                  <a:pt x="11677612" y="3584943"/>
                </a:lnTo>
                <a:lnTo>
                  <a:pt x="11723484" y="3576434"/>
                </a:lnTo>
                <a:lnTo>
                  <a:pt x="11768138" y="3564737"/>
                </a:lnTo>
                <a:lnTo>
                  <a:pt x="11811457" y="3549980"/>
                </a:lnTo>
                <a:lnTo>
                  <a:pt x="11853316" y="3532276"/>
                </a:lnTo>
                <a:lnTo>
                  <a:pt x="11893588" y="3511766"/>
                </a:lnTo>
                <a:lnTo>
                  <a:pt x="11932158" y="3488537"/>
                </a:lnTo>
                <a:lnTo>
                  <a:pt x="11968899" y="3462756"/>
                </a:lnTo>
                <a:lnTo>
                  <a:pt x="12003684" y="3434511"/>
                </a:lnTo>
                <a:lnTo>
                  <a:pt x="12036387" y="3403943"/>
                </a:lnTo>
                <a:lnTo>
                  <a:pt x="12066905" y="3371177"/>
                </a:lnTo>
                <a:lnTo>
                  <a:pt x="12095086" y="3336328"/>
                </a:lnTo>
                <a:lnTo>
                  <a:pt x="12120829" y="3299523"/>
                </a:lnTo>
                <a:lnTo>
                  <a:pt x="12144007" y="3260890"/>
                </a:lnTo>
                <a:lnTo>
                  <a:pt x="12164492" y="3220542"/>
                </a:lnTo>
                <a:lnTo>
                  <a:pt x="12182158" y="3178606"/>
                </a:lnTo>
                <a:lnTo>
                  <a:pt x="12196890" y="3135211"/>
                </a:lnTo>
                <a:lnTo>
                  <a:pt x="12208574" y="3090481"/>
                </a:lnTo>
                <a:lnTo>
                  <a:pt x="12217057" y="3044520"/>
                </a:lnTo>
                <a:lnTo>
                  <a:pt x="12222239" y="2997479"/>
                </a:lnTo>
                <a:lnTo>
                  <a:pt x="12224004" y="2949460"/>
                </a:lnTo>
                <a:lnTo>
                  <a:pt x="12224004" y="6424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1324237"/>
            <a:ext cx="942975" cy="1087120"/>
            <a:chOff x="0" y="1324237"/>
            <a:chExt cx="942975" cy="1087120"/>
          </a:xfrm>
        </p:grpSpPr>
        <p:sp>
          <p:nvSpPr>
            <p:cNvPr id="5" name="object 5"/>
            <p:cNvSpPr/>
            <p:nvPr/>
          </p:nvSpPr>
          <p:spPr>
            <a:xfrm>
              <a:off x="0" y="1324237"/>
              <a:ext cx="942975" cy="1087120"/>
            </a:xfrm>
            <a:custGeom>
              <a:avLst/>
              <a:gdLst/>
              <a:ahLst/>
              <a:cxnLst/>
              <a:rect l="l" t="t" r="r" b="b"/>
              <a:pathLst>
                <a:path w="942975" h="1087120">
                  <a:moveTo>
                    <a:pt x="361388" y="1087069"/>
                  </a:moveTo>
                  <a:lnTo>
                    <a:pt x="42182" y="1087069"/>
                  </a:lnTo>
                  <a:lnTo>
                    <a:pt x="3599" y="1080274"/>
                  </a:lnTo>
                  <a:lnTo>
                    <a:pt x="0" y="1078155"/>
                  </a:lnTo>
                  <a:lnTo>
                    <a:pt x="0" y="0"/>
                  </a:lnTo>
                  <a:lnTo>
                    <a:pt x="825287" y="0"/>
                  </a:lnTo>
                  <a:lnTo>
                    <a:pt x="871120" y="8072"/>
                  </a:lnTo>
                  <a:lnTo>
                    <a:pt x="908553" y="30091"/>
                  </a:lnTo>
                  <a:lnTo>
                    <a:pt x="933834" y="62763"/>
                  </a:lnTo>
                  <a:lnTo>
                    <a:pt x="942975" y="101765"/>
                  </a:lnTo>
                  <a:lnTo>
                    <a:pt x="942975" y="600232"/>
                  </a:lnTo>
                  <a:lnTo>
                    <a:pt x="933345" y="639322"/>
                  </a:lnTo>
                  <a:lnTo>
                    <a:pt x="905491" y="673566"/>
                  </a:lnTo>
                  <a:lnTo>
                    <a:pt x="425920" y="1061143"/>
                  </a:lnTo>
                  <a:lnTo>
                    <a:pt x="388849" y="1081244"/>
                  </a:lnTo>
                  <a:lnTo>
                    <a:pt x="361388" y="1087069"/>
                  </a:lnTo>
                  <a:close/>
                </a:path>
              </a:pathLst>
            </a:custGeom>
            <a:solidFill>
              <a:srgbClr val="3234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4753" y="1570663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09" h="448310">
                  <a:moveTo>
                    <a:pt x="223911" y="447823"/>
                  </a:moveTo>
                  <a:lnTo>
                    <a:pt x="220414" y="395335"/>
                  </a:lnTo>
                  <a:lnTo>
                    <a:pt x="209921" y="349849"/>
                  </a:lnTo>
                  <a:lnTo>
                    <a:pt x="192432" y="311364"/>
                  </a:lnTo>
                  <a:lnTo>
                    <a:pt x="167945" y="279878"/>
                  </a:lnTo>
                  <a:lnTo>
                    <a:pt x="136459" y="255391"/>
                  </a:lnTo>
                  <a:lnTo>
                    <a:pt x="97974" y="237902"/>
                  </a:lnTo>
                  <a:lnTo>
                    <a:pt x="52487" y="227409"/>
                  </a:lnTo>
                  <a:lnTo>
                    <a:pt x="0" y="223911"/>
                  </a:lnTo>
                  <a:lnTo>
                    <a:pt x="52487" y="220414"/>
                  </a:lnTo>
                  <a:lnTo>
                    <a:pt x="97974" y="209921"/>
                  </a:lnTo>
                  <a:lnTo>
                    <a:pt x="136459" y="192432"/>
                  </a:lnTo>
                  <a:lnTo>
                    <a:pt x="167945" y="167945"/>
                  </a:lnTo>
                  <a:lnTo>
                    <a:pt x="192432" y="136459"/>
                  </a:lnTo>
                  <a:lnTo>
                    <a:pt x="209921" y="97974"/>
                  </a:lnTo>
                  <a:lnTo>
                    <a:pt x="220414" y="52487"/>
                  </a:lnTo>
                  <a:lnTo>
                    <a:pt x="223911" y="0"/>
                  </a:lnTo>
                  <a:lnTo>
                    <a:pt x="227409" y="52487"/>
                  </a:lnTo>
                  <a:lnTo>
                    <a:pt x="237902" y="97974"/>
                  </a:lnTo>
                  <a:lnTo>
                    <a:pt x="255391" y="136459"/>
                  </a:lnTo>
                  <a:lnTo>
                    <a:pt x="279878" y="167945"/>
                  </a:lnTo>
                  <a:lnTo>
                    <a:pt x="311364" y="192432"/>
                  </a:lnTo>
                  <a:lnTo>
                    <a:pt x="349849" y="209921"/>
                  </a:lnTo>
                  <a:lnTo>
                    <a:pt x="395335" y="220414"/>
                  </a:lnTo>
                  <a:lnTo>
                    <a:pt x="447823" y="223911"/>
                  </a:lnTo>
                  <a:lnTo>
                    <a:pt x="395335" y="227409"/>
                  </a:lnTo>
                  <a:lnTo>
                    <a:pt x="349849" y="237902"/>
                  </a:lnTo>
                  <a:lnTo>
                    <a:pt x="311364" y="255391"/>
                  </a:lnTo>
                  <a:lnTo>
                    <a:pt x="279878" y="279878"/>
                  </a:lnTo>
                  <a:lnTo>
                    <a:pt x="255391" y="311364"/>
                  </a:lnTo>
                  <a:lnTo>
                    <a:pt x="237902" y="349849"/>
                  </a:lnTo>
                  <a:lnTo>
                    <a:pt x="227409" y="395335"/>
                  </a:lnTo>
                  <a:lnTo>
                    <a:pt x="223911" y="447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9558" y="2412342"/>
            <a:ext cx="3219449" cy="5619750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628057" y="4523414"/>
            <a:ext cx="8266430" cy="1321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0" spc="-770">
                <a:solidFill>
                  <a:srgbClr val="5378F6"/>
                </a:solidFill>
              </a:rPr>
              <a:t>발표자료</a:t>
            </a:r>
            <a:r>
              <a:rPr dirty="0" sz="8500" spc="-1150">
                <a:solidFill>
                  <a:srgbClr val="5378F6"/>
                </a:solidFill>
              </a:rPr>
              <a:t> </a:t>
            </a:r>
            <a:r>
              <a:rPr dirty="0" sz="8500" spc="-980">
                <a:solidFill>
                  <a:srgbClr val="5378F6"/>
                </a:solidFill>
              </a:rPr>
              <a:t>개선</a:t>
            </a:r>
            <a:r>
              <a:rPr dirty="0" sz="8500" spc="-1135">
                <a:solidFill>
                  <a:srgbClr val="5378F6"/>
                </a:solidFill>
              </a:rPr>
              <a:t> </a:t>
            </a:r>
            <a:r>
              <a:rPr dirty="0" sz="8500" spc="-835">
                <a:solidFill>
                  <a:srgbClr val="5378F6"/>
                </a:solidFill>
              </a:rPr>
              <a:t>보고</a:t>
            </a:r>
            <a:endParaRPr sz="8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423079" y="4278357"/>
            <a:ext cx="1671955" cy="703580"/>
            <a:chOff x="1423079" y="4278357"/>
            <a:chExt cx="1671955" cy="703580"/>
          </a:xfrm>
        </p:grpSpPr>
        <p:sp>
          <p:nvSpPr>
            <p:cNvPr id="4" name="object 4"/>
            <p:cNvSpPr/>
            <p:nvPr/>
          </p:nvSpPr>
          <p:spPr>
            <a:xfrm>
              <a:off x="1432482" y="4287882"/>
              <a:ext cx="1652270" cy="684530"/>
            </a:xfrm>
            <a:custGeom>
              <a:avLst/>
              <a:gdLst/>
              <a:ahLst/>
              <a:cxnLst/>
              <a:rect l="l" t="t" r="r" b="b"/>
              <a:pathLst>
                <a:path w="1652270" h="684529">
                  <a:moveTo>
                    <a:pt x="1310963" y="684295"/>
                  </a:moveTo>
                  <a:lnTo>
                    <a:pt x="342147" y="684295"/>
                  </a:lnTo>
                  <a:lnTo>
                    <a:pt x="288300" y="680032"/>
                  </a:lnTo>
                  <a:lnTo>
                    <a:pt x="236264" y="667499"/>
                  </a:lnTo>
                  <a:lnTo>
                    <a:pt x="186959" y="647076"/>
                  </a:lnTo>
                  <a:lnTo>
                    <a:pt x="141301" y="619143"/>
                  </a:lnTo>
                  <a:lnTo>
                    <a:pt x="100212" y="584082"/>
                  </a:lnTo>
                  <a:lnTo>
                    <a:pt x="65151" y="542993"/>
                  </a:lnTo>
                  <a:lnTo>
                    <a:pt x="37218" y="497336"/>
                  </a:lnTo>
                  <a:lnTo>
                    <a:pt x="16795" y="448030"/>
                  </a:lnTo>
                  <a:lnTo>
                    <a:pt x="4262" y="395994"/>
                  </a:lnTo>
                  <a:lnTo>
                    <a:pt x="0" y="342147"/>
                  </a:lnTo>
                  <a:lnTo>
                    <a:pt x="4262" y="288300"/>
                  </a:lnTo>
                  <a:lnTo>
                    <a:pt x="16795" y="236264"/>
                  </a:lnTo>
                  <a:lnTo>
                    <a:pt x="37218" y="186959"/>
                  </a:lnTo>
                  <a:lnTo>
                    <a:pt x="65151" y="141301"/>
                  </a:lnTo>
                  <a:lnTo>
                    <a:pt x="100212" y="100212"/>
                  </a:lnTo>
                  <a:lnTo>
                    <a:pt x="141301" y="65151"/>
                  </a:lnTo>
                  <a:lnTo>
                    <a:pt x="186959" y="37218"/>
                  </a:lnTo>
                  <a:lnTo>
                    <a:pt x="236264" y="16795"/>
                  </a:lnTo>
                  <a:lnTo>
                    <a:pt x="288300" y="4262"/>
                  </a:lnTo>
                  <a:lnTo>
                    <a:pt x="342147" y="0"/>
                  </a:lnTo>
                  <a:lnTo>
                    <a:pt x="1310963" y="0"/>
                  </a:lnTo>
                  <a:lnTo>
                    <a:pt x="1364810" y="4262"/>
                  </a:lnTo>
                  <a:lnTo>
                    <a:pt x="1416845" y="16795"/>
                  </a:lnTo>
                  <a:lnTo>
                    <a:pt x="1466151" y="37218"/>
                  </a:lnTo>
                  <a:lnTo>
                    <a:pt x="1511808" y="65151"/>
                  </a:lnTo>
                  <a:lnTo>
                    <a:pt x="1552898" y="100212"/>
                  </a:lnTo>
                  <a:lnTo>
                    <a:pt x="1587959" y="141301"/>
                  </a:lnTo>
                  <a:lnTo>
                    <a:pt x="1615892" y="186959"/>
                  </a:lnTo>
                  <a:lnTo>
                    <a:pt x="1636315" y="236264"/>
                  </a:lnTo>
                  <a:lnTo>
                    <a:pt x="1648848" y="288300"/>
                  </a:lnTo>
                  <a:lnTo>
                    <a:pt x="1651930" y="327244"/>
                  </a:lnTo>
                  <a:lnTo>
                    <a:pt x="1651930" y="357051"/>
                  </a:lnTo>
                  <a:lnTo>
                    <a:pt x="1648848" y="395994"/>
                  </a:lnTo>
                  <a:lnTo>
                    <a:pt x="1636315" y="448030"/>
                  </a:lnTo>
                  <a:lnTo>
                    <a:pt x="1615892" y="497336"/>
                  </a:lnTo>
                  <a:lnTo>
                    <a:pt x="1587959" y="542993"/>
                  </a:lnTo>
                  <a:lnTo>
                    <a:pt x="1552898" y="584082"/>
                  </a:lnTo>
                  <a:lnTo>
                    <a:pt x="1511808" y="619143"/>
                  </a:lnTo>
                  <a:lnTo>
                    <a:pt x="1466151" y="647076"/>
                  </a:lnTo>
                  <a:lnTo>
                    <a:pt x="1416845" y="667499"/>
                  </a:lnTo>
                  <a:lnTo>
                    <a:pt x="1364810" y="680032"/>
                  </a:lnTo>
                  <a:lnTo>
                    <a:pt x="1310963" y="6842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32604" y="4287882"/>
              <a:ext cx="1652905" cy="684530"/>
            </a:xfrm>
            <a:custGeom>
              <a:avLst/>
              <a:gdLst/>
              <a:ahLst/>
              <a:cxnLst/>
              <a:rect l="l" t="t" r="r" b="b"/>
              <a:pathLst>
                <a:path w="1652905" h="684529">
                  <a:moveTo>
                    <a:pt x="342081" y="0"/>
                  </a:moveTo>
                  <a:lnTo>
                    <a:pt x="1310710" y="0"/>
                  </a:lnTo>
                  <a:lnTo>
                    <a:pt x="1364546" y="4261"/>
                  </a:lnTo>
                  <a:lnTo>
                    <a:pt x="1416572" y="16792"/>
                  </a:lnTo>
                  <a:lnTo>
                    <a:pt x="1465868" y="37211"/>
                  </a:lnTo>
                  <a:lnTo>
                    <a:pt x="1511516" y="65138"/>
                  </a:lnTo>
                  <a:lnTo>
                    <a:pt x="1552598" y="100193"/>
                  </a:lnTo>
                  <a:lnTo>
                    <a:pt x="1587652" y="141274"/>
                  </a:lnTo>
                  <a:lnTo>
                    <a:pt x="1615580" y="186922"/>
                  </a:lnTo>
                  <a:lnTo>
                    <a:pt x="1635999" y="236219"/>
                  </a:lnTo>
                  <a:lnTo>
                    <a:pt x="1648530" y="288245"/>
                  </a:lnTo>
                  <a:lnTo>
                    <a:pt x="1652791" y="342081"/>
                  </a:lnTo>
                  <a:lnTo>
                    <a:pt x="1648530" y="395917"/>
                  </a:lnTo>
                  <a:lnTo>
                    <a:pt x="1635999" y="447943"/>
                  </a:lnTo>
                  <a:lnTo>
                    <a:pt x="1615580" y="497239"/>
                  </a:lnTo>
                  <a:lnTo>
                    <a:pt x="1587652" y="542888"/>
                  </a:lnTo>
                  <a:lnTo>
                    <a:pt x="1552598" y="583969"/>
                  </a:lnTo>
                  <a:lnTo>
                    <a:pt x="1511516" y="619024"/>
                  </a:lnTo>
                  <a:lnTo>
                    <a:pt x="1465868" y="646951"/>
                  </a:lnTo>
                  <a:lnTo>
                    <a:pt x="1416572" y="667370"/>
                  </a:lnTo>
                  <a:lnTo>
                    <a:pt x="1364546" y="679901"/>
                  </a:lnTo>
                  <a:lnTo>
                    <a:pt x="1310710" y="684162"/>
                  </a:lnTo>
                  <a:lnTo>
                    <a:pt x="342081" y="684162"/>
                  </a:lnTo>
                  <a:lnTo>
                    <a:pt x="288245" y="679901"/>
                  </a:lnTo>
                  <a:lnTo>
                    <a:pt x="236219" y="667370"/>
                  </a:lnTo>
                  <a:lnTo>
                    <a:pt x="186922" y="646951"/>
                  </a:lnTo>
                  <a:lnTo>
                    <a:pt x="141274" y="619024"/>
                  </a:lnTo>
                  <a:lnTo>
                    <a:pt x="100193" y="583969"/>
                  </a:lnTo>
                  <a:lnTo>
                    <a:pt x="65138" y="542888"/>
                  </a:lnTo>
                  <a:lnTo>
                    <a:pt x="37211" y="497239"/>
                  </a:lnTo>
                  <a:lnTo>
                    <a:pt x="16792" y="447943"/>
                  </a:lnTo>
                  <a:lnTo>
                    <a:pt x="4261" y="395917"/>
                  </a:lnTo>
                  <a:lnTo>
                    <a:pt x="0" y="342081"/>
                  </a:lnTo>
                  <a:lnTo>
                    <a:pt x="4261" y="288245"/>
                  </a:lnTo>
                  <a:lnTo>
                    <a:pt x="16792" y="236219"/>
                  </a:lnTo>
                  <a:lnTo>
                    <a:pt x="37211" y="186922"/>
                  </a:lnTo>
                  <a:lnTo>
                    <a:pt x="65138" y="141274"/>
                  </a:lnTo>
                  <a:lnTo>
                    <a:pt x="100193" y="100193"/>
                  </a:lnTo>
                  <a:lnTo>
                    <a:pt x="141274" y="65138"/>
                  </a:lnTo>
                  <a:lnTo>
                    <a:pt x="186922" y="37211"/>
                  </a:lnTo>
                  <a:lnTo>
                    <a:pt x="236219" y="16792"/>
                  </a:lnTo>
                  <a:lnTo>
                    <a:pt x="288245" y="4261"/>
                  </a:lnTo>
                  <a:lnTo>
                    <a:pt x="342081" y="0"/>
                  </a:lnTo>
                </a:path>
              </a:pathLst>
            </a:custGeom>
            <a:ln w="19050">
              <a:solidFill>
                <a:srgbClr val="323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93145" y="4424439"/>
            <a:ext cx="3321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5">
                <a:solidFill>
                  <a:srgbClr val="3234AC"/>
                </a:solidFill>
                <a:latin typeface="Dotum"/>
                <a:cs typeface="Dotum"/>
              </a:rPr>
              <a:t>01</a:t>
            </a:r>
            <a:endParaRPr sz="2200">
              <a:latin typeface="Dotum"/>
              <a:cs typeface="Dotum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95194" y="4290119"/>
            <a:ext cx="1671955" cy="703580"/>
            <a:chOff x="4795194" y="4290119"/>
            <a:chExt cx="1671955" cy="703580"/>
          </a:xfrm>
        </p:grpSpPr>
        <p:sp>
          <p:nvSpPr>
            <p:cNvPr id="8" name="object 8"/>
            <p:cNvSpPr/>
            <p:nvPr/>
          </p:nvSpPr>
          <p:spPr>
            <a:xfrm>
              <a:off x="4804597" y="4299645"/>
              <a:ext cx="1652270" cy="684530"/>
            </a:xfrm>
            <a:custGeom>
              <a:avLst/>
              <a:gdLst/>
              <a:ahLst/>
              <a:cxnLst/>
              <a:rect l="l" t="t" r="r" b="b"/>
              <a:pathLst>
                <a:path w="1652270" h="684529">
                  <a:moveTo>
                    <a:pt x="1310963" y="684295"/>
                  </a:moveTo>
                  <a:lnTo>
                    <a:pt x="342147" y="684295"/>
                  </a:lnTo>
                  <a:lnTo>
                    <a:pt x="288300" y="680032"/>
                  </a:lnTo>
                  <a:lnTo>
                    <a:pt x="236265" y="667499"/>
                  </a:lnTo>
                  <a:lnTo>
                    <a:pt x="186959" y="647076"/>
                  </a:lnTo>
                  <a:lnTo>
                    <a:pt x="141302" y="619143"/>
                  </a:lnTo>
                  <a:lnTo>
                    <a:pt x="100212" y="584082"/>
                  </a:lnTo>
                  <a:lnTo>
                    <a:pt x="65151" y="542993"/>
                  </a:lnTo>
                  <a:lnTo>
                    <a:pt x="37218" y="497336"/>
                  </a:lnTo>
                  <a:lnTo>
                    <a:pt x="16795" y="448030"/>
                  </a:lnTo>
                  <a:lnTo>
                    <a:pt x="4262" y="395994"/>
                  </a:lnTo>
                  <a:lnTo>
                    <a:pt x="0" y="342147"/>
                  </a:lnTo>
                  <a:lnTo>
                    <a:pt x="4262" y="288300"/>
                  </a:lnTo>
                  <a:lnTo>
                    <a:pt x="16795" y="236264"/>
                  </a:lnTo>
                  <a:lnTo>
                    <a:pt x="37218" y="186959"/>
                  </a:lnTo>
                  <a:lnTo>
                    <a:pt x="65151" y="141301"/>
                  </a:lnTo>
                  <a:lnTo>
                    <a:pt x="100212" y="100212"/>
                  </a:lnTo>
                  <a:lnTo>
                    <a:pt x="141302" y="65151"/>
                  </a:lnTo>
                  <a:lnTo>
                    <a:pt x="186959" y="37218"/>
                  </a:lnTo>
                  <a:lnTo>
                    <a:pt x="236265" y="16795"/>
                  </a:lnTo>
                  <a:lnTo>
                    <a:pt x="288300" y="4262"/>
                  </a:lnTo>
                  <a:lnTo>
                    <a:pt x="342147" y="0"/>
                  </a:lnTo>
                  <a:lnTo>
                    <a:pt x="1310963" y="0"/>
                  </a:lnTo>
                  <a:lnTo>
                    <a:pt x="1364810" y="4262"/>
                  </a:lnTo>
                  <a:lnTo>
                    <a:pt x="1416845" y="16795"/>
                  </a:lnTo>
                  <a:lnTo>
                    <a:pt x="1466151" y="37218"/>
                  </a:lnTo>
                  <a:lnTo>
                    <a:pt x="1511809" y="65151"/>
                  </a:lnTo>
                  <a:lnTo>
                    <a:pt x="1552898" y="100212"/>
                  </a:lnTo>
                  <a:lnTo>
                    <a:pt x="1587959" y="141301"/>
                  </a:lnTo>
                  <a:lnTo>
                    <a:pt x="1615892" y="186959"/>
                  </a:lnTo>
                  <a:lnTo>
                    <a:pt x="1636315" y="236264"/>
                  </a:lnTo>
                  <a:lnTo>
                    <a:pt x="1648848" y="288300"/>
                  </a:lnTo>
                  <a:lnTo>
                    <a:pt x="1651930" y="327239"/>
                  </a:lnTo>
                  <a:lnTo>
                    <a:pt x="1651930" y="357055"/>
                  </a:lnTo>
                  <a:lnTo>
                    <a:pt x="1648848" y="395994"/>
                  </a:lnTo>
                  <a:lnTo>
                    <a:pt x="1636315" y="448030"/>
                  </a:lnTo>
                  <a:lnTo>
                    <a:pt x="1615892" y="497336"/>
                  </a:lnTo>
                  <a:lnTo>
                    <a:pt x="1587959" y="542993"/>
                  </a:lnTo>
                  <a:lnTo>
                    <a:pt x="1552898" y="584082"/>
                  </a:lnTo>
                  <a:lnTo>
                    <a:pt x="1511809" y="619143"/>
                  </a:lnTo>
                  <a:lnTo>
                    <a:pt x="1466151" y="647076"/>
                  </a:lnTo>
                  <a:lnTo>
                    <a:pt x="1416845" y="667499"/>
                  </a:lnTo>
                  <a:lnTo>
                    <a:pt x="1364810" y="680032"/>
                  </a:lnTo>
                  <a:lnTo>
                    <a:pt x="1310963" y="6842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804719" y="4299644"/>
              <a:ext cx="1652905" cy="684530"/>
            </a:xfrm>
            <a:custGeom>
              <a:avLst/>
              <a:gdLst/>
              <a:ahLst/>
              <a:cxnLst/>
              <a:rect l="l" t="t" r="r" b="b"/>
              <a:pathLst>
                <a:path w="1652904" h="684529">
                  <a:moveTo>
                    <a:pt x="342081" y="0"/>
                  </a:moveTo>
                  <a:lnTo>
                    <a:pt x="1310710" y="0"/>
                  </a:lnTo>
                  <a:lnTo>
                    <a:pt x="1364546" y="4261"/>
                  </a:lnTo>
                  <a:lnTo>
                    <a:pt x="1416572" y="16792"/>
                  </a:lnTo>
                  <a:lnTo>
                    <a:pt x="1465868" y="37211"/>
                  </a:lnTo>
                  <a:lnTo>
                    <a:pt x="1511516" y="65138"/>
                  </a:lnTo>
                  <a:lnTo>
                    <a:pt x="1552598" y="100193"/>
                  </a:lnTo>
                  <a:lnTo>
                    <a:pt x="1587652" y="141274"/>
                  </a:lnTo>
                  <a:lnTo>
                    <a:pt x="1615580" y="186922"/>
                  </a:lnTo>
                  <a:lnTo>
                    <a:pt x="1635999" y="236219"/>
                  </a:lnTo>
                  <a:lnTo>
                    <a:pt x="1648530" y="288244"/>
                  </a:lnTo>
                  <a:lnTo>
                    <a:pt x="1652791" y="342081"/>
                  </a:lnTo>
                  <a:lnTo>
                    <a:pt x="1648530" y="395917"/>
                  </a:lnTo>
                  <a:lnTo>
                    <a:pt x="1635999" y="447943"/>
                  </a:lnTo>
                  <a:lnTo>
                    <a:pt x="1615580" y="497239"/>
                  </a:lnTo>
                  <a:lnTo>
                    <a:pt x="1587652" y="542888"/>
                  </a:lnTo>
                  <a:lnTo>
                    <a:pt x="1552598" y="583969"/>
                  </a:lnTo>
                  <a:lnTo>
                    <a:pt x="1511516" y="619024"/>
                  </a:lnTo>
                  <a:lnTo>
                    <a:pt x="1465868" y="646951"/>
                  </a:lnTo>
                  <a:lnTo>
                    <a:pt x="1416572" y="667370"/>
                  </a:lnTo>
                  <a:lnTo>
                    <a:pt x="1364546" y="679901"/>
                  </a:lnTo>
                  <a:lnTo>
                    <a:pt x="1310710" y="684162"/>
                  </a:lnTo>
                  <a:lnTo>
                    <a:pt x="342081" y="684162"/>
                  </a:lnTo>
                  <a:lnTo>
                    <a:pt x="288245" y="679901"/>
                  </a:lnTo>
                  <a:lnTo>
                    <a:pt x="236219" y="667370"/>
                  </a:lnTo>
                  <a:lnTo>
                    <a:pt x="186922" y="646951"/>
                  </a:lnTo>
                  <a:lnTo>
                    <a:pt x="141274" y="619024"/>
                  </a:lnTo>
                  <a:lnTo>
                    <a:pt x="100193" y="583969"/>
                  </a:lnTo>
                  <a:lnTo>
                    <a:pt x="65138" y="542888"/>
                  </a:lnTo>
                  <a:lnTo>
                    <a:pt x="37211" y="497239"/>
                  </a:lnTo>
                  <a:lnTo>
                    <a:pt x="16792" y="447943"/>
                  </a:lnTo>
                  <a:lnTo>
                    <a:pt x="4261" y="395917"/>
                  </a:lnTo>
                  <a:lnTo>
                    <a:pt x="0" y="342081"/>
                  </a:lnTo>
                  <a:lnTo>
                    <a:pt x="4261" y="288245"/>
                  </a:lnTo>
                  <a:lnTo>
                    <a:pt x="16792" y="236219"/>
                  </a:lnTo>
                  <a:lnTo>
                    <a:pt x="37211" y="186922"/>
                  </a:lnTo>
                  <a:lnTo>
                    <a:pt x="65138" y="141274"/>
                  </a:lnTo>
                  <a:lnTo>
                    <a:pt x="100193" y="100193"/>
                  </a:lnTo>
                  <a:lnTo>
                    <a:pt x="141274" y="65138"/>
                  </a:lnTo>
                  <a:lnTo>
                    <a:pt x="186922" y="37211"/>
                  </a:lnTo>
                  <a:lnTo>
                    <a:pt x="236219" y="16792"/>
                  </a:lnTo>
                  <a:lnTo>
                    <a:pt x="288245" y="4261"/>
                  </a:lnTo>
                  <a:lnTo>
                    <a:pt x="342081" y="0"/>
                  </a:lnTo>
                </a:path>
              </a:pathLst>
            </a:custGeom>
            <a:ln w="19050">
              <a:solidFill>
                <a:srgbClr val="323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446656" y="4436202"/>
            <a:ext cx="3689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solidFill>
                  <a:srgbClr val="3234AC"/>
                </a:solidFill>
                <a:latin typeface="Dotum"/>
                <a:cs typeface="Dotum"/>
              </a:rPr>
              <a:t>02</a:t>
            </a:r>
            <a:endParaRPr sz="2200">
              <a:latin typeface="Dotum"/>
              <a:cs typeface="Dot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6098" y="5372299"/>
            <a:ext cx="1392555" cy="648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50" spc="-520">
                <a:solidFill>
                  <a:srgbClr val="3234AC"/>
                </a:solidFill>
                <a:latin typeface="Dotum"/>
                <a:cs typeface="Dotum"/>
              </a:rPr>
              <a:t>문제점</a:t>
            </a:r>
            <a:endParaRPr sz="4050">
              <a:latin typeface="Dotum"/>
              <a:cs typeface="Dotu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13205" y="5384062"/>
            <a:ext cx="2013585" cy="648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50">
                <a:solidFill>
                  <a:srgbClr val="3234AC"/>
                </a:solidFill>
                <a:latin typeface="Dotum"/>
                <a:cs typeface="Dotum"/>
              </a:rPr>
              <a:t>PPT</a:t>
            </a:r>
            <a:r>
              <a:rPr dirty="0" sz="4050" spc="-52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4050" spc="-505">
                <a:solidFill>
                  <a:srgbClr val="3234AC"/>
                </a:solidFill>
                <a:latin typeface="Dotum"/>
                <a:cs typeface="Dotum"/>
              </a:rPr>
              <a:t>개선</a:t>
            </a:r>
            <a:endParaRPr sz="4050">
              <a:latin typeface="Dotum"/>
              <a:cs typeface="Dotum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8463018" y="979638"/>
            <a:ext cx="1361440" cy="8991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700" spc="-515"/>
              <a:t>목차</a:t>
            </a:r>
            <a:endParaRPr sz="5700"/>
          </a:p>
        </p:txBody>
      </p:sp>
      <p:sp>
        <p:nvSpPr>
          <p:cNvPr id="14" name="object 14"/>
          <p:cNvSpPr txBox="1"/>
          <p:nvPr/>
        </p:nvSpPr>
        <p:spPr>
          <a:xfrm>
            <a:off x="7988927" y="5266687"/>
            <a:ext cx="2310130" cy="1473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97865" marR="5080" indent="-685800">
              <a:lnSpc>
                <a:spcPct val="117300"/>
              </a:lnSpc>
              <a:spcBef>
                <a:spcPts val="90"/>
              </a:spcBef>
            </a:pPr>
            <a:r>
              <a:rPr dirty="0" sz="4050" spc="-495">
                <a:solidFill>
                  <a:srgbClr val="3234AC"/>
                </a:solidFill>
                <a:latin typeface="Dotum"/>
                <a:cs typeface="Dotum"/>
              </a:rPr>
              <a:t>프로토타입 </a:t>
            </a:r>
            <a:r>
              <a:rPr dirty="0" sz="4050" spc="-505">
                <a:solidFill>
                  <a:srgbClr val="3234AC"/>
                </a:solidFill>
                <a:latin typeface="Dotum"/>
                <a:cs typeface="Dotum"/>
              </a:rPr>
              <a:t>개선</a:t>
            </a:r>
            <a:endParaRPr sz="4050">
              <a:latin typeface="Dotum"/>
              <a:cs typeface="Dotu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46329" y="5372299"/>
            <a:ext cx="2386965" cy="648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50" spc="-520">
                <a:solidFill>
                  <a:srgbClr val="3234AC"/>
                </a:solidFill>
                <a:latin typeface="Dotum"/>
                <a:cs typeface="Dotum"/>
              </a:rPr>
              <a:t>포스터</a:t>
            </a:r>
            <a:r>
              <a:rPr dirty="0" sz="4050" spc="-65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4050" spc="-505">
                <a:solidFill>
                  <a:srgbClr val="3234AC"/>
                </a:solidFill>
                <a:latin typeface="Dotum"/>
                <a:cs typeface="Dotum"/>
              </a:rPr>
              <a:t>개선</a:t>
            </a:r>
            <a:endParaRPr sz="4050">
              <a:latin typeface="Dotum"/>
              <a:cs typeface="Dotu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38984" y="5372299"/>
            <a:ext cx="1146810" cy="648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50" spc="-25">
                <a:solidFill>
                  <a:srgbClr val="3234AC"/>
                </a:solidFill>
                <a:latin typeface="Dotum"/>
                <a:cs typeface="Dotum"/>
              </a:rPr>
              <a:t>Q&amp;A</a:t>
            </a:r>
            <a:endParaRPr sz="4050">
              <a:latin typeface="Dotum"/>
              <a:cs typeface="Dotum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308040" y="4278357"/>
            <a:ext cx="1671955" cy="703580"/>
            <a:chOff x="8308040" y="4278357"/>
            <a:chExt cx="1671955" cy="703580"/>
          </a:xfrm>
        </p:grpSpPr>
        <p:sp>
          <p:nvSpPr>
            <p:cNvPr id="18" name="object 18"/>
            <p:cNvSpPr/>
            <p:nvPr/>
          </p:nvSpPr>
          <p:spPr>
            <a:xfrm>
              <a:off x="8317444" y="4287882"/>
              <a:ext cx="1652270" cy="684530"/>
            </a:xfrm>
            <a:custGeom>
              <a:avLst/>
              <a:gdLst/>
              <a:ahLst/>
              <a:cxnLst/>
              <a:rect l="l" t="t" r="r" b="b"/>
              <a:pathLst>
                <a:path w="1652270" h="684529">
                  <a:moveTo>
                    <a:pt x="1310963" y="684295"/>
                  </a:moveTo>
                  <a:lnTo>
                    <a:pt x="342147" y="684295"/>
                  </a:lnTo>
                  <a:lnTo>
                    <a:pt x="288300" y="680032"/>
                  </a:lnTo>
                  <a:lnTo>
                    <a:pt x="236265" y="667499"/>
                  </a:lnTo>
                  <a:lnTo>
                    <a:pt x="186959" y="647076"/>
                  </a:lnTo>
                  <a:lnTo>
                    <a:pt x="141302" y="619143"/>
                  </a:lnTo>
                  <a:lnTo>
                    <a:pt x="100212" y="584082"/>
                  </a:lnTo>
                  <a:lnTo>
                    <a:pt x="65151" y="542993"/>
                  </a:lnTo>
                  <a:lnTo>
                    <a:pt x="37218" y="497336"/>
                  </a:lnTo>
                  <a:lnTo>
                    <a:pt x="16795" y="448030"/>
                  </a:lnTo>
                  <a:lnTo>
                    <a:pt x="4262" y="395994"/>
                  </a:lnTo>
                  <a:lnTo>
                    <a:pt x="0" y="342147"/>
                  </a:lnTo>
                  <a:lnTo>
                    <a:pt x="4262" y="288300"/>
                  </a:lnTo>
                  <a:lnTo>
                    <a:pt x="16795" y="236264"/>
                  </a:lnTo>
                  <a:lnTo>
                    <a:pt x="37218" y="186959"/>
                  </a:lnTo>
                  <a:lnTo>
                    <a:pt x="65151" y="141301"/>
                  </a:lnTo>
                  <a:lnTo>
                    <a:pt x="100212" y="100212"/>
                  </a:lnTo>
                  <a:lnTo>
                    <a:pt x="141302" y="65151"/>
                  </a:lnTo>
                  <a:lnTo>
                    <a:pt x="186959" y="37218"/>
                  </a:lnTo>
                  <a:lnTo>
                    <a:pt x="236265" y="16795"/>
                  </a:lnTo>
                  <a:lnTo>
                    <a:pt x="288300" y="4262"/>
                  </a:lnTo>
                  <a:lnTo>
                    <a:pt x="342147" y="0"/>
                  </a:lnTo>
                  <a:lnTo>
                    <a:pt x="1310963" y="0"/>
                  </a:lnTo>
                  <a:lnTo>
                    <a:pt x="1364810" y="4262"/>
                  </a:lnTo>
                  <a:lnTo>
                    <a:pt x="1416845" y="16795"/>
                  </a:lnTo>
                  <a:lnTo>
                    <a:pt x="1466151" y="37218"/>
                  </a:lnTo>
                  <a:lnTo>
                    <a:pt x="1511808" y="65151"/>
                  </a:lnTo>
                  <a:lnTo>
                    <a:pt x="1552898" y="100212"/>
                  </a:lnTo>
                  <a:lnTo>
                    <a:pt x="1587959" y="141301"/>
                  </a:lnTo>
                  <a:lnTo>
                    <a:pt x="1615892" y="186959"/>
                  </a:lnTo>
                  <a:lnTo>
                    <a:pt x="1636315" y="236264"/>
                  </a:lnTo>
                  <a:lnTo>
                    <a:pt x="1648848" y="288300"/>
                  </a:lnTo>
                  <a:lnTo>
                    <a:pt x="1651930" y="327245"/>
                  </a:lnTo>
                  <a:lnTo>
                    <a:pt x="1651930" y="357050"/>
                  </a:lnTo>
                  <a:lnTo>
                    <a:pt x="1648848" y="395994"/>
                  </a:lnTo>
                  <a:lnTo>
                    <a:pt x="1636315" y="448030"/>
                  </a:lnTo>
                  <a:lnTo>
                    <a:pt x="1615892" y="497336"/>
                  </a:lnTo>
                  <a:lnTo>
                    <a:pt x="1587959" y="542993"/>
                  </a:lnTo>
                  <a:lnTo>
                    <a:pt x="1552898" y="584082"/>
                  </a:lnTo>
                  <a:lnTo>
                    <a:pt x="1511808" y="619143"/>
                  </a:lnTo>
                  <a:lnTo>
                    <a:pt x="1466151" y="647076"/>
                  </a:lnTo>
                  <a:lnTo>
                    <a:pt x="1416845" y="667499"/>
                  </a:lnTo>
                  <a:lnTo>
                    <a:pt x="1364810" y="680032"/>
                  </a:lnTo>
                  <a:lnTo>
                    <a:pt x="1310963" y="6842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317565" y="4287882"/>
              <a:ext cx="1652905" cy="684530"/>
            </a:xfrm>
            <a:custGeom>
              <a:avLst/>
              <a:gdLst/>
              <a:ahLst/>
              <a:cxnLst/>
              <a:rect l="l" t="t" r="r" b="b"/>
              <a:pathLst>
                <a:path w="1652904" h="684529">
                  <a:moveTo>
                    <a:pt x="342081" y="0"/>
                  </a:moveTo>
                  <a:lnTo>
                    <a:pt x="1310709" y="0"/>
                  </a:lnTo>
                  <a:lnTo>
                    <a:pt x="1364546" y="4261"/>
                  </a:lnTo>
                  <a:lnTo>
                    <a:pt x="1416572" y="16791"/>
                  </a:lnTo>
                  <a:lnTo>
                    <a:pt x="1465868" y="37211"/>
                  </a:lnTo>
                  <a:lnTo>
                    <a:pt x="1511516" y="65138"/>
                  </a:lnTo>
                  <a:lnTo>
                    <a:pt x="1552598" y="100193"/>
                  </a:lnTo>
                  <a:lnTo>
                    <a:pt x="1587652" y="141274"/>
                  </a:lnTo>
                  <a:lnTo>
                    <a:pt x="1615579" y="186922"/>
                  </a:lnTo>
                  <a:lnTo>
                    <a:pt x="1635999" y="236219"/>
                  </a:lnTo>
                  <a:lnTo>
                    <a:pt x="1648529" y="288245"/>
                  </a:lnTo>
                  <a:lnTo>
                    <a:pt x="1652791" y="342081"/>
                  </a:lnTo>
                  <a:lnTo>
                    <a:pt x="1648529" y="395917"/>
                  </a:lnTo>
                  <a:lnTo>
                    <a:pt x="1635999" y="447943"/>
                  </a:lnTo>
                  <a:lnTo>
                    <a:pt x="1615580" y="497239"/>
                  </a:lnTo>
                  <a:lnTo>
                    <a:pt x="1587652" y="542888"/>
                  </a:lnTo>
                  <a:lnTo>
                    <a:pt x="1552598" y="583969"/>
                  </a:lnTo>
                  <a:lnTo>
                    <a:pt x="1511516" y="619024"/>
                  </a:lnTo>
                  <a:lnTo>
                    <a:pt x="1465868" y="646951"/>
                  </a:lnTo>
                  <a:lnTo>
                    <a:pt x="1416572" y="667370"/>
                  </a:lnTo>
                  <a:lnTo>
                    <a:pt x="1364546" y="679901"/>
                  </a:lnTo>
                  <a:lnTo>
                    <a:pt x="1310709" y="684162"/>
                  </a:lnTo>
                  <a:lnTo>
                    <a:pt x="342081" y="684162"/>
                  </a:lnTo>
                  <a:lnTo>
                    <a:pt x="288244" y="679901"/>
                  </a:lnTo>
                  <a:lnTo>
                    <a:pt x="236219" y="667370"/>
                  </a:lnTo>
                  <a:lnTo>
                    <a:pt x="186922" y="646951"/>
                  </a:lnTo>
                  <a:lnTo>
                    <a:pt x="141274" y="619024"/>
                  </a:lnTo>
                  <a:lnTo>
                    <a:pt x="100193" y="583969"/>
                  </a:lnTo>
                  <a:lnTo>
                    <a:pt x="65138" y="542888"/>
                  </a:lnTo>
                  <a:lnTo>
                    <a:pt x="37211" y="497239"/>
                  </a:lnTo>
                  <a:lnTo>
                    <a:pt x="16792" y="447943"/>
                  </a:lnTo>
                  <a:lnTo>
                    <a:pt x="4261" y="395917"/>
                  </a:lnTo>
                  <a:lnTo>
                    <a:pt x="0" y="342081"/>
                  </a:lnTo>
                  <a:lnTo>
                    <a:pt x="4261" y="288245"/>
                  </a:lnTo>
                  <a:lnTo>
                    <a:pt x="16792" y="236219"/>
                  </a:lnTo>
                  <a:lnTo>
                    <a:pt x="37211" y="186923"/>
                  </a:lnTo>
                  <a:lnTo>
                    <a:pt x="65138" y="141274"/>
                  </a:lnTo>
                  <a:lnTo>
                    <a:pt x="100193" y="100193"/>
                  </a:lnTo>
                  <a:lnTo>
                    <a:pt x="141274" y="65138"/>
                  </a:lnTo>
                  <a:lnTo>
                    <a:pt x="186922" y="37211"/>
                  </a:lnTo>
                  <a:lnTo>
                    <a:pt x="236219" y="16792"/>
                  </a:lnTo>
                  <a:lnTo>
                    <a:pt x="288244" y="4261"/>
                  </a:lnTo>
                  <a:lnTo>
                    <a:pt x="342081" y="0"/>
                  </a:lnTo>
                </a:path>
              </a:pathLst>
            </a:custGeom>
            <a:ln w="19049">
              <a:solidFill>
                <a:srgbClr val="323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959502" y="4424439"/>
            <a:ext cx="3689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solidFill>
                  <a:srgbClr val="3234AC"/>
                </a:solidFill>
                <a:latin typeface="Dotum"/>
                <a:cs typeface="Dotum"/>
              </a:rPr>
              <a:t>03</a:t>
            </a:r>
            <a:endParaRPr sz="2200">
              <a:latin typeface="Dotum"/>
              <a:cs typeface="Dotum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849241" y="4278357"/>
            <a:ext cx="1671955" cy="703580"/>
            <a:chOff x="11849241" y="4278357"/>
            <a:chExt cx="1671955" cy="703580"/>
          </a:xfrm>
        </p:grpSpPr>
        <p:sp>
          <p:nvSpPr>
            <p:cNvPr id="22" name="object 22"/>
            <p:cNvSpPr/>
            <p:nvPr/>
          </p:nvSpPr>
          <p:spPr>
            <a:xfrm>
              <a:off x="11858644" y="4287882"/>
              <a:ext cx="1652270" cy="684530"/>
            </a:xfrm>
            <a:custGeom>
              <a:avLst/>
              <a:gdLst/>
              <a:ahLst/>
              <a:cxnLst/>
              <a:rect l="l" t="t" r="r" b="b"/>
              <a:pathLst>
                <a:path w="1652269" h="684529">
                  <a:moveTo>
                    <a:pt x="1310963" y="684295"/>
                  </a:moveTo>
                  <a:lnTo>
                    <a:pt x="342147" y="684295"/>
                  </a:lnTo>
                  <a:lnTo>
                    <a:pt x="288300" y="680032"/>
                  </a:lnTo>
                  <a:lnTo>
                    <a:pt x="236265" y="667499"/>
                  </a:lnTo>
                  <a:lnTo>
                    <a:pt x="186959" y="647076"/>
                  </a:lnTo>
                  <a:lnTo>
                    <a:pt x="141302" y="619143"/>
                  </a:lnTo>
                  <a:lnTo>
                    <a:pt x="100212" y="584082"/>
                  </a:lnTo>
                  <a:lnTo>
                    <a:pt x="65151" y="542993"/>
                  </a:lnTo>
                  <a:lnTo>
                    <a:pt x="37218" y="497336"/>
                  </a:lnTo>
                  <a:lnTo>
                    <a:pt x="16795" y="448030"/>
                  </a:lnTo>
                  <a:lnTo>
                    <a:pt x="4262" y="395994"/>
                  </a:lnTo>
                  <a:lnTo>
                    <a:pt x="0" y="342147"/>
                  </a:lnTo>
                  <a:lnTo>
                    <a:pt x="4262" y="288300"/>
                  </a:lnTo>
                  <a:lnTo>
                    <a:pt x="16795" y="236264"/>
                  </a:lnTo>
                  <a:lnTo>
                    <a:pt x="37218" y="186959"/>
                  </a:lnTo>
                  <a:lnTo>
                    <a:pt x="65151" y="141301"/>
                  </a:lnTo>
                  <a:lnTo>
                    <a:pt x="100212" y="100212"/>
                  </a:lnTo>
                  <a:lnTo>
                    <a:pt x="141302" y="65151"/>
                  </a:lnTo>
                  <a:lnTo>
                    <a:pt x="186959" y="37218"/>
                  </a:lnTo>
                  <a:lnTo>
                    <a:pt x="236265" y="16795"/>
                  </a:lnTo>
                  <a:lnTo>
                    <a:pt x="288300" y="4262"/>
                  </a:lnTo>
                  <a:lnTo>
                    <a:pt x="342147" y="0"/>
                  </a:lnTo>
                  <a:lnTo>
                    <a:pt x="1310963" y="0"/>
                  </a:lnTo>
                  <a:lnTo>
                    <a:pt x="1364810" y="4262"/>
                  </a:lnTo>
                  <a:lnTo>
                    <a:pt x="1416846" y="16795"/>
                  </a:lnTo>
                  <a:lnTo>
                    <a:pt x="1466152" y="37218"/>
                  </a:lnTo>
                  <a:lnTo>
                    <a:pt x="1511809" y="65151"/>
                  </a:lnTo>
                  <a:lnTo>
                    <a:pt x="1552898" y="100212"/>
                  </a:lnTo>
                  <a:lnTo>
                    <a:pt x="1587960" y="141301"/>
                  </a:lnTo>
                  <a:lnTo>
                    <a:pt x="1615892" y="186959"/>
                  </a:lnTo>
                  <a:lnTo>
                    <a:pt x="1636316" y="236264"/>
                  </a:lnTo>
                  <a:lnTo>
                    <a:pt x="1648849" y="288300"/>
                  </a:lnTo>
                  <a:lnTo>
                    <a:pt x="1651930" y="327233"/>
                  </a:lnTo>
                  <a:lnTo>
                    <a:pt x="1651930" y="357061"/>
                  </a:lnTo>
                  <a:lnTo>
                    <a:pt x="1648849" y="395994"/>
                  </a:lnTo>
                  <a:lnTo>
                    <a:pt x="1636316" y="448030"/>
                  </a:lnTo>
                  <a:lnTo>
                    <a:pt x="1615892" y="497336"/>
                  </a:lnTo>
                  <a:lnTo>
                    <a:pt x="1587960" y="542993"/>
                  </a:lnTo>
                  <a:lnTo>
                    <a:pt x="1552898" y="584082"/>
                  </a:lnTo>
                  <a:lnTo>
                    <a:pt x="1511809" y="619143"/>
                  </a:lnTo>
                  <a:lnTo>
                    <a:pt x="1466152" y="647076"/>
                  </a:lnTo>
                  <a:lnTo>
                    <a:pt x="1416846" y="667499"/>
                  </a:lnTo>
                  <a:lnTo>
                    <a:pt x="1364810" y="680032"/>
                  </a:lnTo>
                  <a:lnTo>
                    <a:pt x="1310963" y="6842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858766" y="4287882"/>
              <a:ext cx="1652905" cy="684530"/>
            </a:xfrm>
            <a:custGeom>
              <a:avLst/>
              <a:gdLst/>
              <a:ahLst/>
              <a:cxnLst/>
              <a:rect l="l" t="t" r="r" b="b"/>
              <a:pathLst>
                <a:path w="1652905" h="684529">
                  <a:moveTo>
                    <a:pt x="342081" y="0"/>
                  </a:moveTo>
                  <a:lnTo>
                    <a:pt x="1310709" y="0"/>
                  </a:lnTo>
                  <a:lnTo>
                    <a:pt x="1364546" y="4261"/>
                  </a:lnTo>
                  <a:lnTo>
                    <a:pt x="1416572" y="16791"/>
                  </a:lnTo>
                  <a:lnTo>
                    <a:pt x="1465868" y="37211"/>
                  </a:lnTo>
                  <a:lnTo>
                    <a:pt x="1511516" y="65138"/>
                  </a:lnTo>
                  <a:lnTo>
                    <a:pt x="1552598" y="100193"/>
                  </a:lnTo>
                  <a:lnTo>
                    <a:pt x="1587652" y="141274"/>
                  </a:lnTo>
                  <a:lnTo>
                    <a:pt x="1615580" y="186922"/>
                  </a:lnTo>
                  <a:lnTo>
                    <a:pt x="1635999" y="236219"/>
                  </a:lnTo>
                  <a:lnTo>
                    <a:pt x="1648530" y="288244"/>
                  </a:lnTo>
                  <a:lnTo>
                    <a:pt x="1652792" y="342081"/>
                  </a:lnTo>
                  <a:lnTo>
                    <a:pt x="1648530" y="395917"/>
                  </a:lnTo>
                  <a:lnTo>
                    <a:pt x="1635999" y="447943"/>
                  </a:lnTo>
                  <a:lnTo>
                    <a:pt x="1615580" y="497240"/>
                  </a:lnTo>
                  <a:lnTo>
                    <a:pt x="1587652" y="542888"/>
                  </a:lnTo>
                  <a:lnTo>
                    <a:pt x="1552598" y="583969"/>
                  </a:lnTo>
                  <a:lnTo>
                    <a:pt x="1511516" y="619024"/>
                  </a:lnTo>
                  <a:lnTo>
                    <a:pt x="1465868" y="646951"/>
                  </a:lnTo>
                  <a:lnTo>
                    <a:pt x="1416572" y="667370"/>
                  </a:lnTo>
                  <a:lnTo>
                    <a:pt x="1364546" y="679901"/>
                  </a:lnTo>
                  <a:lnTo>
                    <a:pt x="1310709" y="684162"/>
                  </a:lnTo>
                  <a:lnTo>
                    <a:pt x="342081" y="684162"/>
                  </a:lnTo>
                  <a:lnTo>
                    <a:pt x="288244" y="679901"/>
                  </a:lnTo>
                  <a:lnTo>
                    <a:pt x="236219" y="667370"/>
                  </a:lnTo>
                  <a:lnTo>
                    <a:pt x="186922" y="646951"/>
                  </a:lnTo>
                  <a:lnTo>
                    <a:pt x="141274" y="619024"/>
                  </a:lnTo>
                  <a:lnTo>
                    <a:pt x="100193" y="583969"/>
                  </a:lnTo>
                  <a:lnTo>
                    <a:pt x="65138" y="542887"/>
                  </a:lnTo>
                  <a:lnTo>
                    <a:pt x="37211" y="497239"/>
                  </a:lnTo>
                  <a:lnTo>
                    <a:pt x="16792" y="447943"/>
                  </a:lnTo>
                  <a:lnTo>
                    <a:pt x="4261" y="395917"/>
                  </a:lnTo>
                  <a:lnTo>
                    <a:pt x="0" y="342081"/>
                  </a:lnTo>
                  <a:lnTo>
                    <a:pt x="4261" y="288245"/>
                  </a:lnTo>
                  <a:lnTo>
                    <a:pt x="16792" y="236219"/>
                  </a:lnTo>
                  <a:lnTo>
                    <a:pt x="37211" y="186923"/>
                  </a:lnTo>
                  <a:lnTo>
                    <a:pt x="65138" y="141274"/>
                  </a:lnTo>
                  <a:lnTo>
                    <a:pt x="100193" y="100193"/>
                  </a:lnTo>
                  <a:lnTo>
                    <a:pt x="141274" y="65138"/>
                  </a:lnTo>
                  <a:lnTo>
                    <a:pt x="186922" y="37211"/>
                  </a:lnTo>
                  <a:lnTo>
                    <a:pt x="236219" y="16792"/>
                  </a:lnTo>
                  <a:lnTo>
                    <a:pt x="288244" y="4261"/>
                  </a:lnTo>
                  <a:lnTo>
                    <a:pt x="342081" y="0"/>
                  </a:lnTo>
                </a:path>
              </a:pathLst>
            </a:custGeom>
            <a:ln w="19049">
              <a:solidFill>
                <a:srgbClr val="323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2500704" y="4424439"/>
            <a:ext cx="3689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solidFill>
                  <a:srgbClr val="3234AC"/>
                </a:solidFill>
                <a:latin typeface="Dotum"/>
                <a:cs typeface="Dotum"/>
              </a:rPr>
              <a:t>04</a:t>
            </a:r>
            <a:endParaRPr sz="2200">
              <a:latin typeface="Dotum"/>
              <a:cs typeface="Dotum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5193001" y="4278357"/>
            <a:ext cx="1671955" cy="703580"/>
            <a:chOff x="15193001" y="4278357"/>
            <a:chExt cx="1671955" cy="703580"/>
          </a:xfrm>
        </p:grpSpPr>
        <p:sp>
          <p:nvSpPr>
            <p:cNvPr id="26" name="object 26"/>
            <p:cNvSpPr/>
            <p:nvPr/>
          </p:nvSpPr>
          <p:spPr>
            <a:xfrm>
              <a:off x="15202404" y="4287882"/>
              <a:ext cx="1652270" cy="684530"/>
            </a:xfrm>
            <a:custGeom>
              <a:avLst/>
              <a:gdLst/>
              <a:ahLst/>
              <a:cxnLst/>
              <a:rect l="l" t="t" r="r" b="b"/>
              <a:pathLst>
                <a:path w="1652269" h="684529">
                  <a:moveTo>
                    <a:pt x="1310963" y="684295"/>
                  </a:moveTo>
                  <a:lnTo>
                    <a:pt x="342147" y="684295"/>
                  </a:lnTo>
                  <a:lnTo>
                    <a:pt x="288300" y="680032"/>
                  </a:lnTo>
                  <a:lnTo>
                    <a:pt x="236265" y="667499"/>
                  </a:lnTo>
                  <a:lnTo>
                    <a:pt x="186959" y="647076"/>
                  </a:lnTo>
                  <a:lnTo>
                    <a:pt x="141302" y="619143"/>
                  </a:lnTo>
                  <a:lnTo>
                    <a:pt x="100213" y="584082"/>
                  </a:lnTo>
                  <a:lnTo>
                    <a:pt x="65151" y="542993"/>
                  </a:lnTo>
                  <a:lnTo>
                    <a:pt x="37218" y="497336"/>
                  </a:lnTo>
                  <a:lnTo>
                    <a:pt x="16795" y="448030"/>
                  </a:lnTo>
                  <a:lnTo>
                    <a:pt x="4262" y="395994"/>
                  </a:lnTo>
                  <a:lnTo>
                    <a:pt x="0" y="342147"/>
                  </a:lnTo>
                  <a:lnTo>
                    <a:pt x="4262" y="288300"/>
                  </a:lnTo>
                  <a:lnTo>
                    <a:pt x="16795" y="236264"/>
                  </a:lnTo>
                  <a:lnTo>
                    <a:pt x="37218" y="186959"/>
                  </a:lnTo>
                  <a:lnTo>
                    <a:pt x="65151" y="141301"/>
                  </a:lnTo>
                  <a:lnTo>
                    <a:pt x="100213" y="100212"/>
                  </a:lnTo>
                  <a:lnTo>
                    <a:pt x="141302" y="65151"/>
                  </a:lnTo>
                  <a:lnTo>
                    <a:pt x="186959" y="37218"/>
                  </a:lnTo>
                  <a:lnTo>
                    <a:pt x="236265" y="16795"/>
                  </a:lnTo>
                  <a:lnTo>
                    <a:pt x="288300" y="4262"/>
                  </a:lnTo>
                  <a:lnTo>
                    <a:pt x="342147" y="0"/>
                  </a:lnTo>
                  <a:lnTo>
                    <a:pt x="1310963" y="0"/>
                  </a:lnTo>
                  <a:lnTo>
                    <a:pt x="1364810" y="4262"/>
                  </a:lnTo>
                  <a:lnTo>
                    <a:pt x="1416846" y="16795"/>
                  </a:lnTo>
                  <a:lnTo>
                    <a:pt x="1466152" y="37218"/>
                  </a:lnTo>
                  <a:lnTo>
                    <a:pt x="1511809" y="65151"/>
                  </a:lnTo>
                  <a:lnTo>
                    <a:pt x="1552898" y="100212"/>
                  </a:lnTo>
                  <a:lnTo>
                    <a:pt x="1587960" y="141301"/>
                  </a:lnTo>
                  <a:lnTo>
                    <a:pt x="1615892" y="186959"/>
                  </a:lnTo>
                  <a:lnTo>
                    <a:pt x="1636316" y="236264"/>
                  </a:lnTo>
                  <a:lnTo>
                    <a:pt x="1648849" y="288300"/>
                  </a:lnTo>
                  <a:lnTo>
                    <a:pt x="1651930" y="327232"/>
                  </a:lnTo>
                  <a:lnTo>
                    <a:pt x="1651930" y="357063"/>
                  </a:lnTo>
                  <a:lnTo>
                    <a:pt x="1648849" y="395994"/>
                  </a:lnTo>
                  <a:lnTo>
                    <a:pt x="1636316" y="448030"/>
                  </a:lnTo>
                  <a:lnTo>
                    <a:pt x="1615892" y="497336"/>
                  </a:lnTo>
                  <a:lnTo>
                    <a:pt x="1587960" y="542993"/>
                  </a:lnTo>
                  <a:lnTo>
                    <a:pt x="1552898" y="584082"/>
                  </a:lnTo>
                  <a:lnTo>
                    <a:pt x="1511809" y="619143"/>
                  </a:lnTo>
                  <a:lnTo>
                    <a:pt x="1466152" y="647076"/>
                  </a:lnTo>
                  <a:lnTo>
                    <a:pt x="1416846" y="667499"/>
                  </a:lnTo>
                  <a:lnTo>
                    <a:pt x="1364810" y="680032"/>
                  </a:lnTo>
                  <a:lnTo>
                    <a:pt x="1310963" y="6842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5202526" y="4287882"/>
              <a:ext cx="1652905" cy="684530"/>
            </a:xfrm>
            <a:custGeom>
              <a:avLst/>
              <a:gdLst/>
              <a:ahLst/>
              <a:cxnLst/>
              <a:rect l="l" t="t" r="r" b="b"/>
              <a:pathLst>
                <a:path w="1652905" h="684529">
                  <a:moveTo>
                    <a:pt x="342081" y="0"/>
                  </a:moveTo>
                  <a:lnTo>
                    <a:pt x="1310709" y="0"/>
                  </a:lnTo>
                  <a:lnTo>
                    <a:pt x="1364546" y="4261"/>
                  </a:lnTo>
                  <a:lnTo>
                    <a:pt x="1416571" y="16792"/>
                  </a:lnTo>
                  <a:lnTo>
                    <a:pt x="1465868" y="37211"/>
                  </a:lnTo>
                  <a:lnTo>
                    <a:pt x="1511516" y="65138"/>
                  </a:lnTo>
                  <a:lnTo>
                    <a:pt x="1552598" y="100192"/>
                  </a:lnTo>
                  <a:lnTo>
                    <a:pt x="1587653" y="141274"/>
                  </a:lnTo>
                  <a:lnTo>
                    <a:pt x="1615580" y="186922"/>
                  </a:lnTo>
                  <a:lnTo>
                    <a:pt x="1635999" y="236219"/>
                  </a:lnTo>
                  <a:lnTo>
                    <a:pt x="1648529" y="288245"/>
                  </a:lnTo>
                  <a:lnTo>
                    <a:pt x="1652791" y="342081"/>
                  </a:lnTo>
                  <a:lnTo>
                    <a:pt x="1648530" y="395917"/>
                  </a:lnTo>
                  <a:lnTo>
                    <a:pt x="1635999" y="447943"/>
                  </a:lnTo>
                  <a:lnTo>
                    <a:pt x="1615580" y="497240"/>
                  </a:lnTo>
                  <a:lnTo>
                    <a:pt x="1587653" y="542888"/>
                  </a:lnTo>
                  <a:lnTo>
                    <a:pt x="1552598" y="583969"/>
                  </a:lnTo>
                  <a:lnTo>
                    <a:pt x="1511516" y="619024"/>
                  </a:lnTo>
                  <a:lnTo>
                    <a:pt x="1465868" y="646951"/>
                  </a:lnTo>
                  <a:lnTo>
                    <a:pt x="1416571" y="667370"/>
                  </a:lnTo>
                  <a:lnTo>
                    <a:pt x="1364546" y="679901"/>
                  </a:lnTo>
                  <a:lnTo>
                    <a:pt x="1310709" y="684162"/>
                  </a:lnTo>
                  <a:lnTo>
                    <a:pt x="342081" y="684162"/>
                  </a:lnTo>
                  <a:lnTo>
                    <a:pt x="288244" y="679901"/>
                  </a:lnTo>
                  <a:lnTo>
                    <a:pt x="236219" y="667370"/>
                  </a:lnTo>
                  <a:lnTo>
                    <a:pt x="186922" y="646951"/>
                  </a:lnTo>
                  <a:lnTo>
                    <a:pt x="141274" y="619023"/>
                  </a:lnTo>
                  <a:lnTo>
                    <a:pt x="100193" y="583969"/>
                  </a:lnTo>
                  <a:lnTo>
                    <a:pt x="65138" y="542887"/>
                  </a:lnTo>
                  <a:lnTo>
                    <a:pt x="37211" y="497239"/>
                  </a:lnTo>
                  <a:lnTo>
                    <a:pt x="16791" y="447943"/>
                  </a:lnTo>
                  <a:lnTo>
                    <a:pt x="4261" y="395917"/>
                  </a:lnTo>
                  <a:lnTo>
                    <a:pt x="0" y="342081"/>
                  </a:lnTo>
                  <a:lnTo>
                    <a:pt x="4261" y="288245"/>
                  </a:lnTo>
                  <a:lnTo>
                    <a:pt x="16791" y="236219"/>
                  </a:lnTo>
                  <a:lnTo>
                    <a:pt x="37211" y="186922"/>
                  </a:lnTo>
                  <a:lnTo>
                    <a:pt x="65138" y="141274"/>
                  </a:lnTo>
                  <a:lnTo>
                    <a:pt x="100193" y="100193"/>
                  </a:lnTo>
                  <a:lnTo>
                    <a:pt x="141274" y="65138"/>
                  </a:lnTo>
                  <a:lnTo>
                    <a:pt x="186922" y="37211"/>
                  </a:lnTo>
                  <a:lnTo>
                    <a:pt x="236219" y="16792"/>
                  </a:lnTo>
                  <a:lnTo>
                    <a:pt x="288244" y="4261"/>
                  </a:lnTo>
                  <a:lnTo>
                    <a:pt x="342081" y="0"/>
                  </a:lnTo>
                </a:path>
              </a:pathLst>
            </a:custGeom>
            <a:ln w="19049">
              <a:solidFill>
                <a:srgbClr val="3234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5844463" y="4424439"/>
            <a:ext cx="3689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25">
                <a:solidFill>
                  <a:srgbClr val="3234AC"/>
                </a:solidFill>
                <a:latin typeface="Dotum"/>
                <a:cs typeface="Dotum"/>
              </a:rPr>
              <a:t>05</a:t>
            </a:r>
            <a:endParaRPr sz="2200">
              <a:latin typeface="Dotum"/>
              <a:cs typeface="Dotum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895948" y="2276308"/>
            <a:ext cx="4765040" cy="0"/>
          </a:xfrm>
          <a:custGeom>
            <a:avLst/>
            <a:gdLst/>
            <a:ahLst/>
            <a:cxnLst/>
            <a:rect l="l" t="t" r="r" b="b"/>
            <a:pathLst>
              <a:path w="4765040" h="0">
                <a:moveTo>
                  <a:pt x="0" y="0"/>
                </a:moveTo>
                <a:lnTo>
                  <a:pt x="4764471" y="0"/>
                </a:lnTo>
              </a:path>
            </a:pathLst>
          </a:custGeom>
          <a:ln w="9524">
            <a:solidFill>
              <a:srgbClr val="3234A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443301"/>
            <a:ext cx="18288000" cy="843915"/>
          </a:xfrm>
          <a:custGeom>
            <a:avLst/>
            <a:gdLst/>
            <a:ahLst/>
            <a:cxnLst/>
            <a:rect l="l" t="t" r="r" b="b"/>
            <a:pathLst>
              <a:path w="18288000" h="843915">
                <a:moveTo>
                  <a:pt x="18287999" y="843698"/>
                </a:moveTo>
                <a:lnTo>
                  <a:pt x="0" y="84369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843698"/>
                </a:lnTo>
                <a:close/>
              </a:path>
            </a:pathLst>
          </a:custGeom>
          <a:solidFill>
            <a:srgbClr val="BD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14048" y="338123"/>
            <a:ext cx="12598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95">
                <a:solidFill>
                  <a:srgbClr val="3234AC"/>
                </a:solidFill>
                <a:latin typeface="Dotum"/>
                <a:cs typeface="Dotum"/>
              </a:rPr>
              <a:t>문제점</a:t>
            </a:r>
            <a:endParaRPr sz="3600">
              <a:latin typeface="Dotum"/>
              <a:cs typeface="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467" y="360412"/>
            <a:ext cx="47625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125">
                <a:solidFill>
                  <a:srgbClr val="3234AC"/>
                </a:solidFill>
                <a:latin typeface="Dotum"/>
                <a:cs typeface="Dotum"/>
              </a:rPr>
              <a:t>01</a:t>
            </a:r>
            <a:endParaRPr sz="3300">
              <a:latin typeface="Dotum"/>
              <a:cs typeface="Dotum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68065" y="3527845"/>
            <a:ext cx="3726815" cy="3726815"/>
            <a:chOff x="2468065" y="3527845"/>
            <a:chExt cx="3726815" cy="3726815"/>
          </a:xfrm>
        </p:grpSpPr>
        <p:sp>
          <p:nvSpPr>
            <p:cNvPr id="6" name="object 6"/>
            <p:cNvSpPr/>
            <p:nvPr/>
          </p:nvSpPr>
          <p:spPr>
            <a:xfrm>
              <a:off x="2468065" y="3527845"/>
              <a:ext cx="3726815" cy="3726815"/>
            </a:xfrm>
            <a:custGeom>
              <a:avLst/>
              <a:gdLst/>
              <a:ahLst/>
              <a:cxnLst/>
              <a:rect l="l" t="t" r="r" b="b"/>
              <a:pathLst>
                <a:path w="3726815" h="3726815">
                  <a:moveTo>
                    <a:pt x="3564291" y="3726216"/>
                  </a:moveTo>
                  <a:lnTo>
                    <a:pt x="161924" y="3726216"/>
                  </a:lnTo>
                  <a:lnTo>
                    <a:pt x="130187" y="3723076"/>
                  </a:lnTo>
                  <a:lnTo>
                    <a:pt x="72088" y="3699011"/>
                  </a:lnTo>
                  <a:lnTo>
                    <a:pt x="27205" y="3654127"/>
                  </a:lnTo>
                  <a:lnTo>
                    <a:pt x="3140" y="3596028"/>
                  </a:lnTo>
                  <a:lnTo>
                    <a:pt x="0" y="3564291"/>
                  </a:lnTo>
                  <a:lnTo>
                    <a:pt x="0" y="161924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4" y="0"/>
                  </a:lnTo>
                  <a:lnTo>
                    <a:pt x="3564291" y="0"/>
                  </a:lnTo>
                  <a:lnTo>
                    <a:pt x="3626257" y="12325"/>
                  </a:lnTo>
                  <a:lnTo>
                    <a:pt x="3678789" y="47426"/>
                  </a:lnTo>
                  <a:lnTo>
                    <a:pt x="3713890" y="99959"/>
                  </a:lnTo>
                  <a:lnTo>
                    <a:pt x="3726216" y="161924"/>
                  </a:lnTo>
                  <a:lnTo>
                    <a:pt x="3726216" y="3564291"/>
                  </a:lnTo>
                  <a:lnTo>
                    <a:pt x="3713890" y="3626257"/>
                  </a:lnTo>
                  <a:lnTo>
                    <a:pt x="3678789" y="3678789"/>
                  </a:lnTo>
                  <a:lnTo>
                    <a:pt x="3626257" y="3713890"/>
                  </a:lnTo>
                  <a:lnTo>
                    <a:pt x="3564291" y="3726216"/>
                  </a:lnTo>
                  <a:close/>
                </a:path>
              </a:pathLst>
            </a:custGeom>
            <a:solidFill>
              <a:srgbClr val="E2E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682354" y="4571449"/>
              <a:ext cx="3321685" cy="2526665"/>
            </a:xfrm>
            <a:custGeom>
              <a:avLst/>
              <a:gdLst/>
              <a:ahLst/>
              <a:cxnLst/>
              <a:rect l="l" t="t" r="r" b="b"/>
              <a:pathLst>
                <a:path w="3321685" h="2526665">
                  <a:moveTo>
                    <a:pt x="3159620" y="2526165"/>
                  </a:moveTo>
                  <a:lnTo>
                    <a:pt x="161925" y="2526165"/>
                  </a:lnTo>
                  <a:lnTo>
                    <a:pt x="130187" y="2523025"/>
                  </a:lnTo>
                  <a:lnTo>
                    <a:pt x="72088" y="2498959"/>
                  </a:lnTo>
                  <a:lnTo>
                    <a:pt x="27205" y="2454076"/>
                  </a:lnTo>
                  <a:lnTo>
                    <a:pt x="3140" y="2395977"/>
                  </a:lnTo>
                  <a:lnTo>
                    <a:pt x="0" y="2364240"/>
                  </a:lnTo>
                  <a:lnTo>
                    <a:pt x="0" y="161925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9" y="12325"/>
                  </a:lnTo>
                  <a:lnTo>
                    <a:pt x="161925" y="0"/>
                  </a:lnTo>
                  <a:lnTo>
                    <a:pt x="3159620" y="0"/>
                  </a:lnTo>
                  <a:lnTo>
                    <a:pt x="3221586" y="12325"/>
                  </a:lnTo>
                  <a:lnTo>
                    <a:pt x="3274118" y="47426"/>
                  </a:lnTo>
                  <a:lnTo>
                    <a:pt x="3309219" y="99959"/>
                  </a:lnTo>
                  <a:lnTo>
                    <a:pt x="3321545" y="161925"/>
                  </a:lnTo>
                  <a:lnTo>
                    <a:pt x="3321545" y="2364240"/>
                  </a:lnTo>
                  <a:lnTo>
                    <a:pt x="3309219" y="2426205"/>
                  </a:lnTo>
                  <a:lnTo>
                    <a:pt x="3274118" y="2478738"/>
                  </a:lnTo>
                  <a:lnTo>
                    <a:pt x="3221586" y="2513839"/>
                  </a:lnTo>
                  <a:lnTo>
                    <a:pt x="3159620" y="25261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536311" y="3681710"/>
            <a:ext cx="1614170" cy="6883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350" spc="-345"/>
              <a:t>1.</a:t>
            </a:r>
            <a:r>
              <a:rPr dirty="0" sz="4350" spc="-710"/>
              <a:t> </a:t>
            </a:r>
            <a:r>
              <a:rPr dirty="0" sz="4350" spc="-25"/>
              <a:t>PPT</a:t>
            </a:r>
            <a:endParaRPr sz="4350"/>
          </a:p>
        </p:txBody>
      </p:sp>
      <p:sp>
        <p:nvSpPr>
          <p:cNvPr id="9" name="object 9"/>
          <p:cNvSpPr txBox="1"/>
          <p:nvPr/>
        </p:nvSpPr>
        <p:spPr>
          <a:xfrm>
            <a:off x="3063410" y="5019661"/>
            <a:ext cx="2671445" cy="136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4799"/>
              </a:lnSpc>
              <a:spcBef>
                <a:spcPts val="100"/>
              </a:spcBef>
            </a:pPr>
            <a:r>
              <a:rPr dirty="0" sz="2550" spc="-254">
                <a:solidFill>
                  <a:srgbClr val="3234AC"/>
                </a:solidFill>
                <a:latin typeface="Source Han Serif KR"/>
                <a:cs typeface="Source Han Serif KR"/>
              </a:rPr>
              <a:t>복잡한</a:t>
            </a:r>
            <a:r>
              <a:rPr dirty="0" sz="2550" spc="-220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340">
                <a:solidFill>
                  <a:srgbClr val="3234AC"/>
                </a:solidFill>
                <a:latin typeface="Source Han Serif KR"/>
                <a:cs typeface="Source Han Serif KR"/>
              </a:rPr>
              <a:t>구성으로 </a:t>
            </a:r>
            <a:r>
              <a:rPr dirty="0" sz="2550" spc="-360">
                <a:solidFill>
                  <a:srgbClr val="3234AC"/>
                </a:solidFill>
                <a:latin typeface="Dotum"/>
                <a:cs typeface="Dotum"/>
              </a:rPr>
              <a:t>가독성이</a:t>
            </a:r>
            <a:r>
              <a:rPr dirty="0" sz="2550" spc="-409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2550" spc="-325">
                <a:solidFill>
                  <a:srgbClr val="3234AC"/>
                </a:solidFill>
                <a:latin typeface="Dotum"/>
                <a:cs typeface="Dotum"/>
              </a:rPr>
              <a:t>저하</a:t>
            </a:r>
            <a:r>
              <a:rPr dirty="0" sz="2550" spc="-325">
                <a:solidFill>
                  <a:srgbClr val="3234AC"/>
                </a:solidFill>
                <a:latin typeface="Source Han Serif KR"/>
                <a:cs typeface="Source Han Serif KR"/>
              </a:rPr>
              <a:t>되어, </a:t>
            </a:r>
            <a:r>
              <a:rPr dirty="0" sz="2550" spc="-335">
                <a:solidFill>
                  <a:srgbClr val="3234AC"/>
                </a:solidFill>
                <a:latin typeface="Source Han Serif KR"/>
                <a:cs typeface="Source Han Serif KR"/>
              </a:rPr>
              <a:t>핵심</a:t>
            </a:r>
            <a:r>
              <a:rPr dirty="0" sz="2550" spc="-225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254">
                <a:solidFill>
                  <a:srgbClr val="3234AC"/>
                </a:solidFill>
                <a:latin typeface="Source Han Serif KR"/>
                <a:cs typeface="Source Han Serif KR"/>
              </a:rPr>
              <a:t>내용</a:t>
            </a:r>
            <a:r>
              <a:rPr dirty="0" sz="2550" spc="-215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295">
                <a:solidFill>
                  <a:srgbClr val="3234AC"/>
                </a:solidFill>
                <a:latin typeface="Source Han Serif KR"/>
                <a:cs typeface="Source Han Serif KR"/>
              </a:rPr>
              <a:t>전달</a:t>
            </a:r>
            <a:r>
              <a:rPr dirty="0" sz="2550" spc="-215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380">
                <a:solidFill>
                  <a:srgbClr val="3234AC"/>
                </a:solidFill>
                <a:latin typeface="Source Han Serif KR"/>
                <a:cs typeface="Source Han Serif KR"/>
              </a:rPr>
              <a:t>어려움</a:t>
            </a:r>
            <a:endParaRPr sz="2550">
              <a:latin typeface="Source Han Serif KR"/>
              <a:cs typeface="Source Han Serif KR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141728" y="3527845"/>
            <a:ext cx="4003040" cy="3726815"/>
            <a:chOff x="7141728" y="3527845"/>
            <a:chExt cx="4003040" cy="3726815"/>
          </a:xfrm>
        </p:grpSpPr>
        <p:sp>
          <p:nvSpPr>
            <p:cNvPr id="11" name="object 11"/>
            <p:cNvSpPr/>
            <p:nvPr/>
          </p:nvSpPr>
          <p:spPr>
            <a:xfrm>
              <a:off x="7141728" y="3527845"/>
              <a:ext cx="4003040" cy="3726815"/>
            </a:xfrm>
            <a:custGeom>
              <a:avLst/>
              <a:gdLst/>
              <a:ahLst/>
              <a:cxnLst/>
              <a:rect l="l" t="t" r="r" b="b"/>
              <a:pathLst>
                <a:path w="4003040" h="3726815">
                  <a:moveTo>
                    <a:pt x="3847092" y="3726216"/>
                  </a:moveTo>
                  <a:lnTo>
                    <a:pt x="161925" y="3726216"/>
                  </a:lnTo>
                  <a:lnTo>
                    <a:pt x="130187" y="3723076"/>
                  </a:lnTo>
                  <a:lnTo>
                    <a:pt x="72089" y="3699011"/>
                  </a:lnTo>
                  <a:lnTo>
                    <a:pt x="27205" y="3654127"/>
                  </a:lnTo>
                  <a:lnTo>
                    <a:pt x="3140" y="3596028"/>
                  </a:lnTo>
                  <a:lnTo>
                    <a:pt x="0" y="3564291"/>
                  </a:lnTo>
                  <a:lnTo>
                    <a:pt x="0" y="161925"/>
                  </a:lnTo>
                  <a:lnTo>
                    <a:pt x="12326" y="99959"/>
                  </a:lnTo>
                  <a:lnTo>
                    <a:pt x="47427" y="47426"/>
                  </a:lnTo>
                  <a:lnTo>
                    <a:pt x="99959" y="12325"/>
                  </a:lnTo>
                  <a:lnTo>
                    <a:pt x="161925" y="0"/>
                  </a:lnTo>
                  <a:lnTo>
                    <a:pt x="3847092" y="0"/>
                  </a:lnTo>
                  <a:lnTo>
                    <a:pt x="3878829" y="3140"/>
                  </a:lnTo>
                  <a:lnTo>
                    <a:pt x="3936928" y="27205"/>
                  </a:lnTo>
                  <a:lnTo>
                    <a:pt x="3981812" y="72088"/>
                  </a:lnTo>
                  <a:lnTo>
                    <a:pt x="4002771" y="119966"/>
                  </a:lnTo>
                  <a:lnTo>
                    <a:pt x="4002771" y="3606250"/>
                  </a:lnTo>
                  <a:lnTo>
                    <a:pt x="3981812" y="3654127"/>
                  </a:lnTo>
                  <a:lnTo>
                    <a:pt x="3936928" y="3699011"/>
                  </a:lnTo>
                  <a:lnTo>
                    <a:pt x="3878829" y="3723076"/>
                  </a:lnTo>
                  <a:lnTo>
                    <a:pt x="3847092" y="3726216"/>
                  </a:lnTo>
                  <a:close/>
                </a:path>
              </a:pathLst>
            </a:custGeom>
            <a:solidFill>
              <a:srgbClr val="E2E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372281" y="4571449"/>
              <a:ext cx="3572510" cy="2526665"/>
            </a:xfrm>
            <a:custGeom>
              <a:avLst/>
              <a:gdLst/>
              <a:ahLst/>
              <a:cxnLst/>
              <a:rect l="l" t="t" r="r" b="b"/>
              <a:pathLst>
                <a:path w="3572509" h="2526665">
                  <a:moveTo>
                    <a:pt x="3411709" y="2526165"/>
                  </a:moveTo>
                  <a:lnTo>
                    <a:pt x="161925" y="2526165"/>
                  </a:lnTo>
                  <a:lnTo>
                    <a:pt x="130187" y="2523025"/>
                  </a:lnTo>
                  <a:lnTo>
                    <a:pt x="72088" y="2498960"/>
                  </a:lnTo>
                  <a:lnTo>
                    <a:pt x="27205" y="2454076"/>
                  </a:lnTo>
                  <a:lnTo>
                    <a:pt x="3140" y="2395977"/>
                  </a:lnTo>
                  <a:lnTo>
                    <a:pt x="0" y="2364240"/>
                  </a:lnTo>
                  <a:lnTo>
                    <a:pt x="0" y="161925"/>
                  </a:lnTo>
                  <a:lnTo>
                    <a:pt x="12326" y="99959"/>
                  </a:lnTo>
                  <a:lnTo>
                    <a:pt x="47427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3411709" y="0"/>
                  </a:lnTo>
                  <a:lnTo>
                    <a:pt x="3473675" y="12325"/>
                  </a:lnTo>
                  <a:lnTo>
                    <a:pt x="3526207" y="47426"/>
                  </a:lnTo>
                  <a:lnTo>
                    <a:pt x="3561308" y="99959"/>
                  </a:lnTo>
                  <a:lnTo>
                    <a:pt x="3572155" y="146976"/>
                  </a:lnTo>
                  <a:lnTo>
                    <a:pt x="3572155" y="2379189"/>
                  </a:lnTo>
                  <a:lnTo>
                    <a:pt x="3561308" y="2426206"/>
                  </a:lnTo>
                  <a:lnTo>
                    <a:pt x="3526207" y="2478738"/>
                  </a:lnTo>
                  <a:lnTo>
                    <a:pt x="3473675" y="2513839"/>
                  </a:lnTo>
                  <a:lnTo>
                    <a:pt x="3411709" y="25261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815367" y="3724588"/>
            <a:ext cx="2708275" cy="609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800" spc="-25">
                <a:solidFill>
                  <a:srgbClr val="3234AC"/>
                </a:solidFill>
                <a:latin typeface="Dotum"/>
                <a:cs typeface="Dotum"/>
              </a:rPr>
              <a:t>2.</a:t>
            </a:r>
            <a:r>
              <a:rPr dirty="0" sz="3800" spc="-610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800" spc="-465">
                <a:solidFill>
                  <a:srgbClr val="3234AC"/>
                </a:solidFill>
                <a:latin typeface="Dotum"/>
                <a:cs typeface="Dotum"/>
              </a:rPr>
              <a:t>프로토타입</a:t>
            </a:r>
            <a:endParaRPr sz="3800">
              <a:latin typeface="Dotum"/>
              <a:cs typeface="Dot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42189" y="5242729"/>
            <a:ext cx="3434079" cy="918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3035">
              <a:lnSpc>
                <a:spcPct val="114799"/>
              </a:lnSpc>
              <a:spcBef>
                <a:spcPts val="100"/>
              </a:spcBef>
            </a:pPr>
            <a:r>
              <a:rPr dirty="0" sz="2550" spc="-405">
                <a:solidFill>
                  <a:srgbClr val="3234AC"/>
                </a:solidFill>
                <a:latin typeface="Source Han Serif KR"/>
                <a:cs typeface="Source Han Serif KR"/>
              </a:rPr>
              <a:t>설명이</a:t>
            </a:r>
            <a:r>
              <a:rPr dirty="0" sz="2550" spc="-215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265">
                <a:solidFill>
                  <a:srgbClr val="3234AC"/>
                </a:solidFill>
                <a:latin typeface="Source Han Serif KR"/>
                <a:cs typeface="Source Han Serif KR"/>
              </a:rPr>
              <a:t>앞부분에</a:t>
            </a:r>
            <a:r>
              <a:rPr dirty="0" sz="2550" spc="-215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390">
                <a:solidFill>
                  <a:srgbClr val="3234AC"/>
                </a:solidFill>
                <a:latin typeface="Source Han Serif KR"/>
                <a:cs typeface="Source Han Serif KR"/>
              </a:rPr>
              <a:t>집중되어 </a:t>
            </a:r>
            <a:r>
              <a:rPr dirty="0" sz="2550" spc="-295">
                <a:solidFill>
                  <a:srgbClr val="3234AC"/>
                </a:solidFill>
                <a:latin typeface="Source Han Serif KR"/>
                <a:cs typeface="Source Han Serif KR"/>
              </a:rPr>
              <a:t>영상</a:t>
            </a:r>
            <a:r>
              <a:rPr dirty="0" sz="2550" spc="-220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260">
                <a:solidFill>
                  <a:srgbClr val="3234AC"/>
                </a:solidFill>
                <a:latin typeface="Source Han Serif KR"/>
                <a:cs typeface="Source Han Serif KR"/>
              </a:rPr>
              <a:t>재생</a:t>
            </a:r>
            <a:r>
              <a:rPr dirty="0" sz="2550" spc="-225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155">
                <a:solidFill>
                  <a:srgbClr val="3234AC"/>
                </a:solidFill>
                <a:latin typeface="Source Han Serif KR"/>
                <a:cs typeface="Source Han Serif KR"/>
              </a:rPr>
              <a:t>중</a:t>
            </a:r>
            <a:r>
              <a:rPr dirty="0" sz="2550" spc="-220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270">
                <a:solidFill>
                  <a:srgbClr val="3234AC"/>
                </a:solidFill>
                <a:latin typeface="Source Han Serif KR"/>
                <a:cs typeface="Source Han Serif KR"/>
              </a:rPr>
              <a:t>발언</a:t>
            </a:r>
            <a:r>
              <a:rPr dirty="0" sz="2550" spc="-215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254">
                <a:solidFill>
                  <a:srgbClr val="3234AC"/>
                </a:solidFill>
                <a:latin typeface="Dotum"/>
                <a:cs typeface="Dotum"/>
              </a:rPr>
              <a:t>공백</a:t>
            </a:r>
            <a:r>
              <a:rPr dirty="0" sz="2550" spc="-420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2550" spc="-185">
                <a:solidFill>
                  <a:srgbClr val="3234AC"/>
                </a:solidFill>
                <a:latin typeface="Source Han Serif KR"/>
                <a:cs typeface="Source Han Serif KR"/>
              </a:rPr>
              <a:t>발생</a:t>
            </a:r>
            <a:endParaRPr sz="2550">
              <a:latin typeface="Source Han Serif KR"/>
              <a:cs typeface="Source Han Serif KR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093717" y="3527845"/>
            <a:ext cx="3726815" cy="3726815"/>
            <a:chOff x="12093717" y="3527845"/>
            <a:chExt cx="3726815" cy="3726815"/>
          </a:xfrm>
        </p:grpSpPr>
        <p:sp>
          <p:nvSpPr>
            <p:cNvPr id="16" name="object 16"/>
            <p:cNvSpPr/>
            <p:nvPr/>
          </p:nvSpPr>
          <p:spPr>
            <a:xfrm>
              <a:off x="12093717" y="3527845"/>
              <a:ext cx="3726815" cy="3726815"/>
            </a:xfrm>
            <a:custGeom>
              <a:avLst/>
              <a:gdLst/>
              <a:ahLst/>
              <a:cxnLst/>
              <a:rect l="l" t="t" r="r" b="b"/>
              <a:pathLst>
                <a:path w="3726815" h="3726815">
                  <a:moveTo>
                    <a:pt x="3564291" y="3726216"/>
                  </a:moveTo>
                  <a:lnTo>
                    <a:pt x="161924" y="3726216"/>
                  </a:lnTo>
                  <a:lnTo>
                    <a:pt x="130187" y="3723076"/>
                  </a:lnTo>
                  <a:lnTo>
                    <a:pt x="72088" y="3699011"/>
                  </a:lnTo>
                  <a:lnTo>
                    <a:pt x="27205" y="3654127"/>
                  </a:lnTo>
                  <a:lnTo>
                    <a:pt x="3140" y="3596028"/>
                  </a:lnTo>
                  <a:lnTo>
                    <a:pt x="0" y="3564291"/>
                  </a:lnTo>
                  <a:lnTo>
                    <a:pt x="0" y="161924"/>
                  </a:lnTo>
                  <a:lnTo>
                    <a:pt x="12325" y="99959"/>
                  </a:lnTo>
                  <a:lnTo>
                    <a:pt x="47427" y="47426"/>
                  </a:lnTo>
                  <a:lnTo>
                    <a:pt x="99958" y="12325"/>
                  </a:lnTo>
                  <a:lnTo>
                    <a:pt x="161924" y="0"/>
                  </a:lnTo>
                  <a:lnTo>
                    <a:pt x="3564291" y="0"/>
                  </a:lnTo>
                  <a:lnTo>
                    <a:pt x="3626256" y="12325"/>
                  </a:lnTo>
                  <a:lnTo>
                    <a:pt x="3678789" y="47426"/>
                  </a:lnTo>
                  <a:lnTo>
                    <a:pt x="3713890" y="99959"/>
                  </a:lnTo>
                  <a:lnTo>
                    <a:pt x="3726216" y="161924"/>
                  </a:lnTo>
                  <a:lnTo>
                    <a:pt x="3726216" y="3564291"/>
                  </a:lnTo>
                  <a:lnTo>
                    <a:pt x="3713890" y="3626257"/>
                  </a:lnTo>
                  <a:lnTo>
                    <a:pt x="3678789" y="3678789"/>
                  </a:lnTo>
                  <a:lnTo>
                    <a:pt x="3626256" y="3713890"/>
                  </a:lnTo>
                  <a:lnTo>
                    <a:pt x="3564291" y="3726216"/>
                  </a:lnTo>
                  <a:close/>
                </a:path>
              </a:pathLst>
            </a:custGeom>
            <a:solidFill>
              <a:srgbClr val="E2E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308006" y="4571449"/>
              <a:ext cx="3321685" cy="2526665"/>
            </a:xfrm>
            <a:custGeom>
              <a:avLst/>
              <a:gdLst/>
              <a:ahLst/>
              <a:cxnLst/>
              <a:rect l="l" t="t" r="r" b="b"/>
              <a:pathLst>
                <a:path w="3321684" h="2526665">
                  <a:moveTo>
                    <a:pt x="3159619" y="2526165"/>
                  </a:moveTo>
                  <a:lnTo>
                    <a:pt x="161925" y="2526165"/>
                  </a:lnTo>
                  <a:lnTo>
                    <a:pt x="130187" y="2523025"/>
                  </a:lnTo>
                  <a:lnTo>
                    <a:pt x="72088" y="2498959"/>
                  </a:lnTo>
                  <a:lnTo>
                    <a:pt x="27205" y="2454076"/>
                  </a:lnTo>
                  <a:lnTo>
                    <a:pt x="3140" y="2395977"/>
                  </a:lnTo>
                  <a:lnTo>
                    <a:pt x="0" y="2364240"/>
                  </a:lnTo>
                  <a:lnTo>
                    <a:pt x="0" y="161925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3159619" y="0"/>
                  </a:lnTo>
                  <a:lnTo>
                    <a:pt x="3221586" y="12325"/>
                  </a:lnTo>
                  <a:lnTo>
                    <a:pt x="3274118" y="47426"/>
                  </a:lnTo>
                  <a:lnTo>
                    <a:pt x="3309219" y="99959"/>
                  </a:lnTo>
                  <a:lnTo>
                    <a:pt x="3321544" y="161925"/>
                  </a:lnTo>
                  <a:lnTo>
                    <a:pt x="3321544" y="2364240"/>
                  </a:lnTo>
                  <a:lnTo>
                    <a:pt x="3309219" y="2426205"/>
                  </a:lnTo>
                  <a:lnTo>
                    <a:pt x="3274118" y="2478738"/>
                  </a:lnTo>
                  <a:lnTo>
                    <a:pt x="3221586" y="2513839"/>
                  </a:lnTo>
                  <a:lnTo>
                    <a:pt x="3159619" y="25261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2584317" y="3724588"/>
            <a:ext cx="2769235" cy="609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800" spc="-25">
                <a:solidFill>
                  <a:srgbClr val="3234AC"/>
                </a:solidFill>
                <a:latin typeface="Dotum"/>
                <a:cs typeface="Dotum"/>
              </a:rPr>
              <a:t>3.</a:t>
            </a:r>
            <a:r>
              <a:rPr dirty="0" sz="3800" spc="-61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800" spc="-484">
                <a:solidFill>
                  <a:srgbClr val="3234AC"/>
                </a:solidFill>
                <a:latin typeface="Dotum"/>
                <a:cs typeface="Dotum"/>
              </a:rPr>
              <a:t>포스터</a:t>
            </a:r>
            <a:r>
              <a:rPr dirty="0" sz="3800" spc="-610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800" spc="-540">
                <a:solidFill>
                  <a:srgbClr val="3234AC"/>
                </a:solidFill>
                <a:latin typeface="Dotum"/>
                <a:cs typeface="Dotum"/>
              </a:rPr>
              <a:t>구성</a:t>
            </a:r>
            <a:endParaRPr sz="3800">
              <a:latin typeface="Dotum"/>
              <a:cs typeface="Dotu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23792" y="5299165"/>
            <a:ext cx="2666365" cy="91821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550"/>
              </a:spcBef>
            </a:pPr>
            <a:r>
              <a:rPr dirty="0" sz="2550" spc="-240">
                <a:solidFill>
                  <a:srgbClr val="3234AC"/>
                </a:solidFill>
                <a:latin typeface="Source Han Serif KR"/>
                <a:cs typeface="Source Han Serif KR"/>
              </a:rPr>
              <a:t>작고</a:t>
            </a:r>
            <a:r>
              <a:rPr dirty="0" sz="2550" spc="-220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229">
                <a:solidFill>
                  <a:srgbClr val="3234AC"/>
                </a:solidFill>
                <a:latin typeface="Source Han Serif KR"/>
                <a:cs typeface="Source Han Serif KR"/>
              </a:rPr>
              <a:t>많은</a:t>
            </a:r>
            <a:r>
              <a:rPr dirty="0" sz="2550" spc="-204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270">
                <a:solidFill>
                  <a:srgbClr val="3234AC"/>
                </a:solidFill>
                <a:latin typeface="Source Han Serif KR"/>
                <a:cs typeface="Source Han Serif KR"/>
              </a:rPr>
              <a:t>텍스트로,</a:t>
            </a:r>
            <a:endParaRPr sz="2550">
              <a:latin typeface="Source Han Serif KR"/>
              <a:cs typeface="Source Han Serif KR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2550" spc="-390">
                <a:solidFill>
                  <a:srgbClr val="3234AC"/>
                </a:solidFill>
                <a:latin typeface="Dotum"/>
                <a:cs typeface="Dotum"/>
              </a:rPr>
              <a:t>시각적</a:t>
            </a:r>
            <a:r>
              <a:rPr dirty="0" sz="2550" spc="-409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2550" spc="-320">
                <a:solidFill>
                  <a:srgbClr val="3234AC"/>
                </a:solidFill>
                <a:latin typeface="Dotum"/>
                <a:cs typeface="Dotum"/>
              </a:rPr>
              <a:t>피로</a:t>
            </a:r>
            <a:r>
              <a:rPr dirty="0" sz="2550" spc="-320">
                <a:solidFill>
                  <a:srgbClr val="3234AC"/>
                </a:solidFill>
                <a:latin typeface="Source Han Serif KR"/>
                <a:cs typeface="Source Han Serif KR"/>
              </a:rPr>
              <a:t>가</a:t>
            </a:r>
            <a:r>
              <a:rPr dirty="0" sz="2550" spc="-210">
                <a:solidFill>
                  <a:srgbClr val="3234AC"/>
                </a:solidFill>
                <a:latin typeface="Source Han Serif KR"/>
                <a:cs typeface="Source Han Serif KR"/>
              </a:rPr>
              <a:t> </a:t>
            </a:r>
            <a:r>
              <a:rPr dirty="0" sz="2550" spc="-280">
                <a:solidFill>
                  <a:srgbClr val="3234AC"/>
                </a:solidFill>
                <a:latin typeface="Source Han Serif KR"/>
                <a:cs typeface="Source Han Serif KR"/>
              </a:rPr>
              <a:t>증가함</a:t>
            </a:r>
            <a:endParaRPr sz="2550">
              <a:latin typeface="Source Han Serif KR"/>
              <a:cs typeface="Source Han Serif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443301"/>
            <a:ext cx="18288000" cy="843915"/>
          </a:xfrm>
          <a:custGeom>
            <a:avLst/>
            <a:gdLst/>
            <a:ahLst/>
            <a:cxnLst/>
            <a:rect l="l" t="t" r="r" b="b"/>
            <a:pathLst>
              <a:path w="18288000" h="843915">
                <a:moveTo>
                  <a:pt x="18287999" y="843698"/>
                </a:moveTo>
                <a:lnTo>
                  <a:pt x="0" y="84369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843698"/>
                </a:lnTo>
                <a:close/>
              </a:path>
            </a:pathLst>
          </a:custGeom>
          <a:solidFill>
            <a:srgbClr val="BDC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323782" y="1710082"/>
            <a:ext cx="5425440" cy="1227455"/>
            <a:chOff x="6323782" y="1710082"/>
            <a:chExt cx="5425440" cy="1227455"/>
          </a:xfrm>
        </p:grpSpPr>
        <p:sp>
          <p:nvSpPr>
            <p:cNvPr id="4" name="object 4"/>
            <p:cNvSpPr/>
            <p:nvPr/>
          </p:nvSpPr>
          <p:spPr>
            <a:xfrm>
              <a:off x="6361881" y="1748182"/>
              <a:ext cx="5349240" cy="1151255"/>
            </a:xfrm>
            <a:custGeom>
              <a:avLst/>
              <a:gdLst/>
              <a:ahLst/>
              <a:cxnLst/>
              <a:rect l="l" t="t" r="r" b="b"/>
              <a:pathLst>
                <a:path w="5349240" h="1151255">
                  <a:moveTo>
                    <a:pt x="4773434" y="1151053"/>
                  </a:moveTo>
                  <a:lnTo>
                    <a:pt x="575526" y="1151053"/>
                  </a:lnTo>
                  <a:lnTo>
                    <a:pt x="528324" y="1149145"/>
                  </a:lnTo>
                  <a:lnTo>
                    <a:pt x="482173" y="1143520"/>
                  </a:lnTo>
                  <a:lnTo>
                    <a:pt x="437220" y="1134327"/>
                  </a:lnTo>
                  <a:lnTo>
                    <a:pt x="393615" y="1121712"/>
                  </a:lnTo>
                  <a:lnTo>
                    <a:pt x="351505" y="1105825"/>
                  </a:lnTo>
                  <a:lnTo>
                    <a:pt x="311038" y="1086814"/>
                  </a:lnTo>
                  <a:lnTo>
                    <a:pt x="272363" y="1064826"/>
                  </a:lnTo>
                  <a:lnTo>
                    <a:pt x="235628" y="1040010"/>
                  </a:lnTo>
                  <a:lnTo>
                    <a:pt x="200980" y="1012514"/>
                  </a:lnTo>
                  <a:lnTo>
                    <a:pt x="168567" y="982485"/>
                  </a:lnTo>
                  <a:lnTo>
                    <a:pt x="138539" y="950073"/>
                  </a:lnTo>
                  <a:lnTo>
                    <a:pt x="111043" y="915425"/>
                  </a:lnTo>
                  <a:lnTo>
                    <a:pt x="86227" y="878689"/>
                  </a:lnTo>
                  <a:lnTo>
                    <a:pt x="64239" y="840014"/>
                  </a:lnTo>
                  <a:lnTo>
                    <a:pt x="45227" y="799547"/>
                  </a:lnTo>
                  <a:lnTo>
                    <a:pt x="29340" y="757437"/>
                  </a:lnTo>
                  <a:lnTo>
                    <a:pt x="16726" y="713832"/>
                  </a:lnTo>
                  <a:lnTo>
                    <a:pt x="7532" y="668880"/>
                  </a:lnTo>
                  <a:lnTo>
                    <a:pt x="1907" y="622728"/>
                  </a:lnTo>
                  <a:lnTo>
                    <a:pt x="0" y="575526"/>
                  </a:lnTo>
                  <a:lnTo>
                    <a:pt x="1907" y="528324"/>
                  </a:lnTo>
                  <a:lnTo>
                    <a:pt x="7532" y="482173"/>
                  </a:lnTo>
                  <a:lnTo>
                    <a:pt x="16726" y="437220"/>
                  </a:lnTo>
                  <a:lnTo>
                    <a:pt x="29340" y="393615"/>
                  </a:lnTo>
                  <a:lnTo>
                    <a:pt x="45227" y="351505"/>
                  </a:lnTo>
                  <a:lnTo>
                    <a:pt x="64239" y="311039"/>
                  </a:lnTo>
                  <a:lnTo>
                    <a:pt x="86227" y="272363"/>
                  </a:lnTo>
                  <a:lnTo>
                    <a:pt x="111043" y="235628"/>
                  </a:lnTo>
                  <a:lnTo>
                    <a:pt x="138539" y="200980"/>
                  </a:lnTo>
                  <a:lnTo>
                    <a:pt x="168567" y="168567"/>
                  </a:lnTo>
                  <a:lnTo>
                    <a:pt x="200980" y="138539"/>
                  </a:lnTo>
                  <a:lnTo>
                    <a:pt x="235628" y="111043"/>
                  </a:lnTo>
                  <a:lnTo>
                    <a:pt x="272363" y="86227"/>
                  </a:lnTo>
                  <a:lnTo>
                    <a:pt x="311038" y="64239"/>
                  </a:lnTo>
                  <a:lnTo>
                    <a:pt x="351505" y="45227"/>
                  </a:lnTo>
                  <a:lnTo>
                    <a:pt x="393615" y="29340"/>
                  </a:lnTo>
                  <a:lnTo>
                    <a:pt x="437220" y="16726"/>
                  </a:lnTo>
                  <a:lnTo>
                    <a:pt x="482173" y="7532"/>
                  </a:lnTo>
                  <a:lnTo>
                    <a:pt x="528324" y="1907"/>
                  </a:lnTo>
                  <a:lnTo>
                    <a:pt x="575526" y="0"/>
                  </a:lnTo>
                  <a:lnTo>
                    <a:pt x="4773434" y="0"/>
                  </a:lnTo>
                  <a:lnTo>
                    <a:pt x="4820637" y="1907"/>
                  </a:lnTo>
                  <a:lnTo>
                    <a:pt x="4866788" y="7532"/>
                  </a:lnTo>
                  <a:lnTo>
                    <a:pt x="4911740" y="16726"/>
                  </a:lnTo>
                  <a:lnTo>
                    <a:pt x="4955345" y="29340"/>
                  </a:lnTo>
                  <a:lnTo>
                    <a:pt x="4997455" y="45227"/>
                  </a:lnTo>
                  <a:lnTo>
                    <a:pt x="5037922" y="64239"/>
                  </a:lnTo>
                  <a:lnTo>
                    <a:pt x="5076597" y="86227"/>
                  </a:lnTo>
                  <a:lnTo>
                    <a:pt x="5113333" y="111043"/>
                  </a:lnTo>
                  <a:lnTo>
                    <a:pt x="5147981" y="138539"/>
                  </a:lnTo>
                  <a:lnTo>
                    <a:pt x="5180393" y="168567"/>
                  </a:lnTo>
                  <a:lnTo>
                    <a:pt x="5210421" y="200980"/>
                  </a:lnTo>
                  <a:lnTo>
                    <a:pt x="5237917" y="235628"/>
                  </a:lnTo>
                  <a:lnTo>
                    <a:pt x="5262733" y="272363"/>
                  </a:lnTo>
                  <a:lnTo>
                    <a:pt x="5284721" y="311039"/>
                  </a:lnTo>
                  <a:lnTo>
                    <a:pt x="5303733" y="351505"/>
                  </a:lnTo>
                  <a:lnTo>
                    <a:pt x="5319620" y="393615"/>
                  </a:lnTo>
                  <a:lnTo>
                    <a:pt x="5332234" y="437220"/>
                  </a:lnTo>
                  <a:lnTo>
                    <a:pt x="5341428" y="482173"/>
                  </a:lnTo>
                  <a:lnTo>
                    <a:pt x="5347052" y="528324"/>
                  </a:lnTo>
                  <a:lnTo>
                    <a:pt x="5348960" y="575526"/>
                  </a:lnTo>
                  <a:lnTo>
                    <a:pt x="5347052" y="622728"/>
                  </a:lnTo>
                  <a:lnTo>
                    <a:pt x="5341428" y="668880"/>
                  </a:lnTo>
                  <a:lnTo>
                    <a:pt x="5332234" y="713832"/>
                  </a:lnTo>
                  <a:lnTo>
                    <a:pt x="5319620" y="757437"/>
                  </a:lnTo>
                  <a:lnTo>
                    <a:pt x="5303733" y="799547"/>
                  </a:lnTo>
                  <a:lnTo>
                    <a:pt x="5284721" y="840014"/>
                  </a:lnTo>
                  <a:lnTo>
                    <a:pt x="5262733" y="878689"/>
                  </a:lnTo>
                  <a:lnTo>
                    <a:pt x="5237917" y="915425"/>
                  </a:lnTo>
                  <a:lnTo>
                    <a:pt x="5210421" y="950073"/>
                  </a:lnTo>
                  <a:lnTo>
                    <a:pt x="5180393" y="982485"/>
                  </a:lnTo>
                  <a:lnTo>
                    <a:pt x="5147981" y="1012514"/>
                  </a:lnTo>
                  <a:lnTo>
                    <a:pt x="5113333" y="1040010"/>
                  </a:lnTo>
                  <a:lnTo>
                    <a:pt x="5076597" y="1064826"/>
                  </a:lnTo>
                  <a:lnTo>
                    <a:pt x="5037922" y="1086814"/>
                  </a:lnTo>
                  <a:lnTo>
                    <a:pt x="4997455" y="1105825"/>
                  </a:lnTo>
                  <a:lnTo>
                    <a:pt x="4955345" y="1121712"/>
                  </a:lnTo>
                  <a:lnTo>
                    <a:pt x="4911740" y="1134327"/>
                  </a:lnTo>
                  <a:lnTo>
                    <a:pt x="4866788" y="1143520"/>
                  </a:lnTo>
                  <a:lnTo>
                    <a:pt x="4820637" y="1149145"/>
                  </a:lnTo>
                  <a:lnTo>
                    <a:pt x="4773434" y="1151053"/>
                  </a:lnTo>
                  <a:close/>
                </a:path>
              </a:pathLst>
            </a:custGeom>
            <a:solidFill>
              <a:srgbClr val="BD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61882" y="1748182"/>
              <a:ext cx="5349240" cy="1151255"/>
            </a:xfrm>
            <a:custGeom>
              <a:avLst/>
              <a:gdLst/>
              <a:ahLst/>
              <a:cxnLst/>
              <a:rect l="l" t="t" r="r" b="b"/>
              <a:pathLst>
                <a:path w="5349240" h="1151255">
                  <a:moveTo>
                    <a:pt x="575517" y="0"/>
                  </a:moveTo>
                  <a:lnTo>
                    <a:pt x="4773363" y="0"/>
                  </a:lnTo>
                  <a:lnTo>
                    <a:pt x="4820565" y="1899"/>
                  </a:lnTo>
                  <a:lnTo>
                    <a:pt x="4866718" y="7518"/>
                  </a:lnTo>
                  <a:lnTo>
                    <a:pt x="4911672" y="16706"/>
                  </a:lnTo>
                  <a:lnTo>
                    <a:pt x="4955280" y="29316"/>
                  </a:lnTo>
                  <a:lnTo>
                    <a:pt x="4997394" y="45199"/>
                  </a:lnTo>
                  <a:lnTo>
                    <a:pt x="5037864" y="64206"/>
                  </a:lnTo>
                  <a:lnTo>
                    <a:pt x="5076544" y="86191"/>
                  </a:lnTo>
                  <a:lnTo>
                    <a:pt x="5113285" y="111005"/>
                  </a:lnTo>
                  <a:lnTo>
                    <a:pt x="5147938" y="138500"/>
                  </a:lnTo>
                  <a:lnTo>
                    <a:pt x="5180356" y="168528"/>
                  </a:lnTo>
                  <a:lnTo>
                    <a:pt x="5210389" y="200940"/>
                  </a:lnTo>
                  <a:lnTo>
                    <a:pt x="5237891" y="235589"/>
                  </a:lnTo>
                  <a:lnTo>
                    <a:pt x="5262712" y="272327"/>
                  </a:lnTo>
                  <a:lnTo>
                    <a:pt x="5284705" y="311005"/>
                  </a:lnTo>
                  <a:lnTo>
                    <a:pt x="5303721" y="351475"/>
                  </a:lnTo>
                  <a:lnTo>
                    <a:pt x="5319611" y="393589"/>
                  </a:lnTo>
                  <a:lnTo>
                    <a:pt x="5332229" y="437199"/>
                  </a:lnTo>
                  <a:lnTo>
                    <a:pt x="5341425" y="482156"/>
                  </a:lnTo>
                  <a:lnTo>
                    <a:pt x="5347051" y="528313"/>
                  </a:lnTo>
                  <a:lnTo>
                    <a:pt x="5348960" y="575521"/>
                  </a:lnTo>
                  <a:lnTo>
                    <a:pt x="5347052" y="622729"/>
                  </a:lnTo>
                  <a:lnTo>
                    <a:pt x="5341426" y="668886"/>
                  </a:lnTo>
                  <a:lnTo>
                    <a:pt x="5332230" y="713843"/>
                  </a:lnTo>
                  <a:lnTo>
                    <a:pt x="5319613" y="757453"/>
                  </a:lnTo>
                  <a:lnTo>
                    <a:pt x="5303722" y="799568"/>
                  </a:lnTo>
                  <a:lnTo>
                    <a:pt x="5284707" y="840038"/>
                  </a:lnTo>
                  <a:lnTo>
                    <a:pt x="5262714" y="878716"/>
                  </a:lnTo>
                  <a:lnTo>
                    <a:pt x="5237893" y="915454"/>
                  </a:lnTo>
                  <a:lnTo>
                    <a:pt x="5210392" y="950104"/>
                  </a:lnTo>
                  <a:lnTo>
                    <a:pt x="5180358" y="982517"/>
                  </a:lnTo>
                  <a:lnTo>
                    <a:pt x="5147941" y="1012545"/>
                  </a:lnTo>
                  <a:lnTo>
                    <a:pt x="5113287" y="1040040"/>
                  </a:lnTo>
                  <a:lnTo>
                    <a:pt x="5076546" y="1064854"/>
                  </a:lnTo>
                  <a:lnTo>
                    <a:pt x="5037866" y="1086840"/>
                  </a:lnTo>
                  <a:lnTo>
                    <a:pt x="4997395" y="1105848"/>
                  </a:lnTo>
                  <a:lnTo>
                    <a:pt x="4955281" y="1121731"/>
                  </a:lnTo>
                  <a:lnTo>
                    <a:pt x="4911673" y="1134340"/>
                  </a:lnTo>
                  <a:lnTo>
                    <a:pt x="4866718" y="1143529"/>
                  </a:lnTo>
                  <a:lnTo>
                    <a:pt x="4820565" y="1149148"/>
                  </a:lnTo>
                  <a:lnTo>
                    <a:pt x="4773363" y="1151053"/>
                  </a:lnTo>
                  <a:lnTo>
                    <a:pt x="575517" y="1151053"/>
                  </a:lnTo>
                  <a:lnTo>
                    <a:pt x="528314" y="1149144"/>
                  </a:lnTo>
                  <a:lnTo>
                    <a:pt x="482162" y="1143518"/>
                  </a:lnTo>
                  <a:lnTo>
                    <a:pt x="437210" y="1134324"/>
                  </a:lnTo>
                  <a:lnTo>
                    <a:pt x="393604" y="1121708"/>
                  </a:lnTo>
                  <a:lnTo>
                    <a:pt x="351494" y="1105820"/>
                  </a:lnTo>
                  <a:lnTo>
                    <a:pt x="311028" y="1086808"/>
                  </a:lnTo>
                  <a:lnTo>
                    <a:pt x="272353" y="1064819"/>
                  </a:lnTo>
                  <a:lnTo>
                    <a:pt x="235618" y="1040002"/>
                  </a:lnTo>
                  <a:lnTo>
                    <a:pt x="200970" y="1012505"/>
                  </a:lnTo>
                  <a:lnTo>
                    <a:pt x="168559" y="982476"/>
                  </a:lnTo>
                  <a:lnTo>
                    <a:pt x="138531" y="950063"/>
                  </a:lnTo>
                  <a:lnTo>
                    <a:pt x="111036" y="915415"/>
                  </a:lnTo>
                  <a:lnTo>
                    <a:pt x="86220" y="878679"/>
                  </a:lnTo>
                  <a:lnTo>
                    <a:pt x="64233" y="840003"/>
                  </a:lnTo>
                  <a:lnTo>
                    <a:pt x="45223" y="799537"/>
                  </a:lnTo>
                  <a:lnTo>
                    <a:pt x="29337" y="757427"/>
                  </a:lnTo>
                  <a:lnTo>
                    <a:pt x="16723" y="713822"/>
                  </a:lnTo>
                  <a:lnTo>
                    <a:pt x="7531" y="668870"/>
                  </a:lnTo>
                  <a:lnTo>
                    <a:pt x="1907" y="622719"/>
                  </a:lnTo>
                  <a:lnTo>
                    <a:pt x="0" y="575518"/>
                  </a:lnTo>
                  <a:lnTo>
                    <a:pt x="1908" y="528316"/>
                  </a:lnTo>
                  <a:lnTo>
                    <a:pt x="7533" y="482166"/>
                  </a:lnTo>
                  <a:lnTo>
                    <a:pt x="16727" y="437215"/>
                  </a:lnTo>
                  <a:lnTo>
                    <a:pt x="29342" y="393610"/>
                  </a:lnTo>
                  <a:lnTo>
                    <a:pt x="45229" y="351501"/>
                  </a:lnTo>
                  <a:lnTo>
                    <a:pt x="64240" y="311036"/>
                  </a:lnTo>
                  <a:lnTo>
                    <a:pt x="86228" y="272361"/>
                  </a:lnTo>
                  <a:lnTo>
                    <a:pt x="111043" y="235626"/>
                  </a:lnTo>
                  <a:lnTo>
                    <a:pt x="138539" y="200979"/>
                  </a:lnTo>
                  <a:lnTo>
                    <a:pt x="168567" y="168567"/>
                  </a:lnTo>
                  <a:lnTo>
                    <a:pt x="200978" y="138540"/>
                  </a:lnTo>
                  <a:lnTo>
                    <a:pt x="235626" y="111044"/>
                  </a:lnTo>
                  <a:lnTo>
                    <a:pt x="272360" y="86228"/>
                  </a:lnTo>
                  <a:lnTo>
                    <a:pt x="311035" y="64240"/>
                  </a:lnTo>
                  <a:lnTo>
                    <a:pt x="351500" y="45229"/>
                  </a:lnTo>
                  <a:lnTo>
                    <a:pt x="393610" y="29342"/>
                  </a:lnTo>
                  <a:lnTo>
                    <a:pt x="437214" y="16727"/>
                  </a:lnTo>
                  <a:lnTo>
                    <a:pt x="482165" y="7533"/>
                  </a:lnTo>
                  <a:lnTo>
                    <a:pt x="528316" y="1908"/>
                  </a:lnTo>
                  <a:lnTo>
                    <a:pt x="575517" y="0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803383" y="2011802"/>
            <a:ext cx="44659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15">
                <a:solidFill>
                  <a:srgbClr val="3234AC"/>
                </a:solidFill>
                <a:latin typeface="Dotum"/>
                <a:cs typeface="Dotum"/>
              </a:rPr>
              <a:t>막대그래프</a:t>
            </a:r>
            <a:r>
              <a:rPr dirty="0" sz="3600" spc="-34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600" spc="-80">
                <a:solidFill>
                  <a:srgbClr val="3234AC"/>
                </a:solidFill>
                <a:latin typeface="Dotum"/>
                <a:cs typeface="Dotum"/>
              </a:rPr>
              <a:t>→</a:t>
            </a:r>
            <a:r>
              <a:rPr dirty="0" sz="3600" spc="-34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600" spc="-335">
                <a:solidFill>
                  <a:srgbClr val="3234AC"/>
                </a:solidFill>
                <a:latin typeface="Dotum"/>
                <a:cs typeface="Dotum"/>
              </a:rPr>
              <a:t>파이차트</a:t>
            </a:r>
            <a:endParaRPr sz="3600">
              <a:latin typeface="Dotum"/>
              <a:cs typeface="Dotum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64866" y="3070578"/>
            <a:ext cx="1978660" cy="876300"/>
            <a:chOff x="3564866" y="3070578"/>
            <a:chExt cx="1978660" cy="876300"/>
          </a:xfrm>
        </p:grpSpPr>
        <p:sp>
          <p:nvSpPr>
            <p:cNvPr id="8" name="object 8"/>
            <p:cNvSpPr/>
            <p:nvPr/>
          </p:nvSpPr>
          <p:spPr>
            <a:xfrm>
              <a:off x="3602966" y="3108679"/>
              <a:ext cx="1902460" cy="805180"/>
            </a:xfrm>
            <a:custGeom>
              <a:avLst/>
              <a:gdLst/>
              <a:ahLst/>
              <a:cxnLst/>
              <a:rect l="l" t="t" r="r" b="b"/>
              <a:pathLst>
                <a:path w="1902460" h="805179">
                  <a:moveTo>
                    <a:pt x="1499771" y="804764"/>
                  </a:moveTo>
                  <a:lnTo>
                    <a:pt x="402382" y="804764"/>
                  </a:lnTo>
                  <a:lnTo>
                    <a:pt x="355455" y="802056"/>
                  </a:lnTo>
                  <a:lnTo>
                    <a:pt x="310119" y="794136"/>
                  </a:lnTo>
                  <a:lnTo>
                    <a:pt x="266675" y="781305"/>
                  </a:lnTo>
                  <a:lnTo>
                    <a:pt x="225424" y="763865"/>
                  </a:lnTo>
                  <a:lnTo>
                    <a:pt x="186669" y="742118"/>
                  </a:lnTo>
                  <a:lnTo>
                    <a:pt x="150712" y="716365"/>
                  </a:lnTo>
                  <a:lnTo>
                    <a:pt x="117855" y="686909"/>
                  </a:lnTo>
                  <a:lnTo>
                    <a:pt x="88398" y="654051"/>
                  </a:lnTo>
                  <a:lnTo>
                    <a:pt x="62646" y="618094"/>
                  </a:lnTo>
                  <a:lnTo>
                    <a:pt x="40898" y="579339"/>
                  </a:lnTo>
                  <a:lnTo>
                    <a:pt x="23458" y="538088"/>
                  </a:lnTo>
                  <a:lnTo>
                    <a:pt x="10627" y="494644"/>
                  </a:lnTo>
                  <a:lnTo>
                    <a:pt x="2707" y="449308"/>
                  </a:lnTo>
                  <a:lnTo>
                    <a:pt x="0" y="402381"/>
                  </a:lnTo>
                  <a:lnTo>
                    <a:pt x="2707" y="355455"/>
                  </a:lnTo>
                  <a:lnTo>
                    <a:pt x="10627" y="310119"/>
                  </a:lnTo>
                  <a:lnTo>
                    <a:pt x="23458" y="266675"/>
                  </a:lnTo>
                  <a:lnTo>
                    <a:pt x="40898" y="225424"/>
                  </a:lnTo>
                  <a:lnTo>
                    <a:pt x="62646" y="186669"/>
                  </a:lnTo>
                  <a:lnTo>
                    <a:pt x="88398" y="150712"/>
                  </a:lnTo>
                  <a:lnTo>
                    <a:pt x="117855" y="117855"/>
                  </a:lnTo>
                  <a:lnTo>
                    <a:pt x="150712" y="88398"/>
                  </a:lnTo>
                  <a:lnTo>
                    <a:pt x="186669" y="62646"/>
                  </a:lnTo>
                  <a:lnTo>
                    <a:pt x="225424" y="40898"/>
                  </a:lnTo>
                  <a:lnTo>
                    <a:pt x="266675" y="23458"/>
                  </a:lnTo>
                  <a:lnTo>
                    <a:pt x="310119" y="10627"/>
                  </a:lnTo>
                  <a:lnTo>
                    <a:pt x="355455" y="2707"/>
                  </a:lnTo>
                  <a:lnTo>
                    <a:pt x="402382" y="0"/>
                  </a:lnTo>
                  <a:lnTo>
                    <a:pt x="1499771" y="0"/>
                  </a:lnTo>
                  <a:lnTo>
                    <a:pt x="1546697" y="2707"/>
                  </a:lnTo>
                  <a:lnTo>
                    <a:pt x="1592033" y="10627"/>
                  </a:lnTo>
                  <a:lnTo>
                    <a:pt x="1635478" y="23458"/>
                  </a:lnTo>
                  <a:lnTo>
                    <a:pt x="1676728" y="40898"/>
                  </a:lnTo>
                  <a:lnTo>
                    <a:pt x="1715483" y="62646"/>
                  </a:lnTo>
                  <a:lnTo>
                    <a:pt x="1751440" y="88398"/>
                  </a:lnTo>
                  <a:lnTo>
                    <a:pt x="1784298" y="117855"/>
                  </a:lnTo>
                  <a:lnTo>
                    <a:pt x="1813754" y="150712"/>
                  </a:lnTo>
                  <a:lnTo>
                    <a:pt x="1839506" y="186669"/>
                  </a:lnTo>
                  <a:lnTo>
                    <a:pt x="1861254" y="225424"/>
                  </a:lnTo>
                  <a:lnTo>
                    <a:pt x="1878694" y="266675"/>
                  </a:lnTo>
                  <a:lnTo>
                    <a:pt x="1891525" y="310119"/>
                  </a:lnTo>
                  <a:lnTo>
                    <a:pt x="1899445" y="355455"/>
                  </a:lnTo>
                  <a:lnTo>
                    <a:pt x="1901883" y="397720"/>
                  </a:lnTo>
                  <a:lnTo>
                    <a:pt x="1901883" y="407043"/>
                  </a:lnTo>
                  <a:lnTo>
                    <a:pt x="1899445" y="449308"/>
                  </a:lnTo>
                  <a:lnTo>
                    <a:pt x="1891525" y="494644"/>
                  </a:lnTo>
                  <a:lnTo>
                    <a:pt x="1878694" y="538088"/>
                  </a:lnTo>
                  <a:lnTo>
                    <a:pt x="1861254" y="579339"/>
                  </a:lnTo>
                  <a:lnTo>
                    <a:pt x="1839506" y="618094"/>
                  </a:lnTo>
                  <a:lnTo>
                    <a:pt x="1813754" y="654051"/>
                  </a:lnTo>
                  <a:lnTo>
                    <a:pt x="1784298" y="686909"/>
                  </a:lnTo>
                  <a:lnTo>
                    <a:pt x="1751440" y="716365"/>
                  </a:lnTo>
                  <a:lnTo>
                    <a:pt x="1715483" y="742118"/>
                  </a:lnTo>
                  <a:lnTo>
                    <a:pt x="1676728" y="763865"/>
                  </a:lnTo>
                  <a:lnTo>
                    <a:pt x="1635478" y="781305"/>
                  </a:lnTo>
                  <a:lnTo>
                    <a:pt x="1592033" y="794136"/>
                  </a:lnTo>
                  <a:lnTo>
                    <a:pt x="1546697" y="802056"/>
                  </a:lnTo>
                  <a:lnTo>
                    <a:pt x="1499771" y="8047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602966" y="3108678"/>
              <a:ext cx="1902460" cy="800100"/>
            </a:xfrm>
            <a:custGeom>
              <a:avLst/>
              <a:gdLst/>
              <a:ahLst/>
              <a:cxnLst/>
              <a:rect l="l" t="t" r="r" b="b"/>
              <a:pathLst>
                <a:path w="1902460" h="800100">
                  <a:moveTo>
                    <a:pt x="344527" y="800099"/>
                  </a:moveTo>
                  <a:lnTo>
                    <a:pt x="266656" y="781254"/>
                  </a:lnTo>
                  <a:lnTo>
                    <a:pt x="225409" y="763815"/>
                  </a:lnTo>
                  <a:lnTo>
                    <a:pt x="186657" y="742069"/>
                  </a:lnTo>
                  <a:lnTo>
                    <a:pt x="150702" y="716318"/>
                  </a:lnTo>
                  <a:lnTo>
                    <a:pt x="117846" y="686864"/>
                  </a:lnTo>
                  <a:lnTo>
                    <a:pt x="88392" y="654009"/>
                  </a:lnTo>
                  <a:lnTo>
                    <a:pt x="62641" y="618054"/>
                  </a:lnTo>
                  <a:lnTo>
                    <a:pt x="40895" y="579302"/>
                  </a:lnTo>
                  <a:lnTo>
                    <a:pt x="23456" y="538054"/>
                  </a:lnTo>
                  <a:lnTo>
                    <a:pt x="10626" y="494613"/>
                  </a:lnTo>
                  <a:lnTo>
                    <a:pt x="2706" y="449279"/>
                  </a:lnTo>
                  <a:lnTo>
                    <a:pt x="0" y="402356"/>
                  </a:lnTo>
                  <a:lnTo>
                    <a:pt x="2706" y="355433"/>
                  </a:lnTo>
                  <a:lnTo>
                    <a:pt x="10626" y="310100"/>
                  </a:lnTo>
                  <a:lnTo>
                    <a:pt x="23456" y="266659"/>
                  </a:lnTo>
                  <a:lnTo>
                    <a:pt x="40895" y="225411"/>
                  </a:lnTo>
                  <a:lnTo>
                    <a:pt x="62641" y="186659"/>
                  </a:lnTo>
                  <a:lnTo>
                    <a:pt x="88392" y="150704"/>
                  </a:lnTo>
                  <a:lnTo>
                    <a:pt x="117846" y="117849"/>
                  </a:lnTo>
                  <a:lnTo>
                    <a:pt x="150702" y="88395"/>
                  </a:lnTo>
                  <a:lnTo>
                    <a:pt x="186657" y="62644"/>
                  </a:lnTo>
                  <a:lnTo>
                    <a:pt x="225409" y="40898"/>
                  </a:lnTo>
                  <a:lnTo>
                    <a:pt x="266656" y="23458"/>
                  </a:lnTo>
                  <a:lnTo>
                    <a:pt x="310098" y="10628"/>
                  </a:lnTo>
                  <a:lnTo>
                    <a:pt x="355431" y="2709"/>
                  </a:lnTo>
                  <a:lnTo>
                    <a:pt x="402354" y="0"/>
                  </a:lnTo>
                  <a:lnTo>
                    <a:pt x="1499668" y="0"/>
                  </a:lnTo>
                  <a:lnTo>
                    <a:pt x="1546591" y="2709"/>
                  </a:lnTo>
                  <a:lnTo>
                    <a:pt x="1591925" y="10628"/>
                  </a:lnTo>
                  <a:lnTo>
                    <a:pt x="1635366" y="23458"/>
                  </a:lnTo>
                  <a:lnTo>
                    <a:pt x="1676614" y="40898"/>
                  </a:lnTo>
                  <a:lnTo>
                    <a:pt x="1715366" y="62644"/>
                  </a:lnTo>
                  <a:lnTo>
                    <a:pt x="1751321" y="88395"/>
                  </a:lnTo>
                  <a:lnTo>
                    <a:pt x="1784176" y="117849"/>
                  </a:lnTo>
                  <a:lnTo>
                    <a:pt x="1813630" y="150704"/>
                  </a:lnTo>
                  <a:lnTo>
                    <a:pt x="1839381" y="186659"/>
                  </a:lnTo>
                  <a:lnTo>
                    <a:pt x="1861127" y="225411"/>
                  </a:lnTo>
                  <a:lnTo>
                    <a:pt x="1878566" y="266659"/>
                  </a:lnTo>
                  <a:lnTo>
                    <a:pt x="1891396" y="310100"/>
                  </a:lnTo>
                  <a:lnTo>
                    <a:pt x="1899316" y="355433"/>
                  </a:lnTo>
                  <a:lnTo>
                    <a:pt x="1902023" y="402356"/>
                  </a:lnTo>
                  <a:lnTo>
                    <a:pt x="1899316" y="449279"/>
                  </a:lnTo>
                  <a:lnTo>
                    <a:pt x="1891396" y="494613"/>
                  </a:lnTo>
                  <a:lnTo>
                    <a:pt x="1878566" y="538054"/>
                  </a:lnTo>
                  <a:lnTo>
                    <a:pt x="1861127" y="579302"/>
                  </a:lnTo>
                  <a:lnTo>
                    <a:pt x="1839381" y="618054"/>
                  </a:lnTo>
                  <a:lnTo>
                    <a:pt x="1813630" y="654009"/>
                  </a:lnTo>
                  <a:lnTo>
                    <a:pt x="1784176" y="686864"/>
                  </a:lnTo>
                  <a:lnTo>
                    <a:pt x="1751321" y="716318"/>
                  </a:lnTo>
                  <a:lnTo>
                    <a:pt x="1715366" y="742069"/>
                  </a:lnTo>
                  <a:lnTo>
                    <a:pt x="1676614" y="763815"/>
                  </a:lnTo>
                  <a:lnTo>
                    <a:pt x="1635366" y="781254"/>
                  </a:lnTo>
                  <a:lnTo>
                    <a:pt x="1591925" y="794085"/>
                  </a:lnTo>
                  <a:lnTo>
                    <a:pt x="1557495" y="800099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945187" y="3273810"/>
            <a:ext cx="12179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14">
                <a:solidFill>
                  <a:srgbClr val="3234AC"/>
                </a:solidFill>
                <a:latin typeface="Dotum"/>
                <a:cs typeface="Dotum"/>
              </a:rPr>
              <a:t>Before</a:t>
            </a:r>
            <a:endParaRPr sz="2800">
              <a:latin typeface="Dotum"/>
              <a:cs typeface="Dotum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6029" y="4045411"/>
            <a:ext cx="5176087" cy="4028439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3015817" y="3070578"/>
            <a:ext cx="1978660" cy="876300"/>
            <a:chOff x="13015817" y="3070578"/>
            <a:chExt cx="1978660" cy="876300"/>
          </a:xfrm>
        </p:grpSpPr>
        <p:sp>
          <p:nvSpPr>
            <p:cNvPr id="13" name="object 13"/>
            <p:cNvSpPr/>
            <p:nvPr/>
          </p:nvSpPr>
          <p:spPr>
            <a:xfrm>
              <a:off x="13053916" y="3108679"/>
              <a:ext cx="1902460" cy="805180"/>
            </a:xfrm>
            <a:custGeom>
              <a:avLst/>
              <a:gdLst/>
              <a:ahLst/>
              <a:cxnLst/>
              <a:rect l="l" t="t" r="r" b="b"/>
              <a:pathLst>
                <a:path w="1902459" h="805179">
                  <a:moveTo>
                    <a:pt x="1499770" y="804764"/>
                  </a:moveTo>
                  <a:lnTo>
                    <a:pt x="402382" y="804764"/>
                  </a:lnTo>
                  <a:lnTo>
                    <a:pt x="355456" y="802056"/>
                  </a:lnTo>
                  <a:lnTo>
                    <a:pt x="310119" y="794136"/>
                  </a:lnTo>
                  <a:lnTo>
                    <a:pt x="266675" y="781305"/>
                  </a:lnTo>
                  <a:lnTo>
                    <a:pt x="225424" y="763865"/>
                  </a:lnTo>
                  <a:lnTo>
                    <a:pt x="186669" y="742118"/>
                  </a:lnTo>
                  <a:lnTo>
                    <a:pt x="150712" y="716365"/>
                  </a:lnTo>
                  <a:lnTo>
                    <a:pt x="117855" y="686909"/>
                  </a:lnTo>
                  <a:lnTo>
                    <a:pt x="88398" y="654051"/>
                  </a:lnTo>
                  <a:lnTo>
                    <a:pt x="62646" y="618094"/>
                  </a:lnTo>
                  <a:lnTo>
                    <a:pt x="40898" y="579339"/>
                  </a:lnTo>
                  <a:lnTo>
                    <a:pt x="23458" y="538088"/>
                  </a:lnTo>
                  <a:lnTo>
                    <a:pt x="10627" y="494644"/>
                  </a:lnTo>
                  <a:lnTo>
                    <a:pt x="2707" y="449308"/>
                  </a:lnTo>
                  <a:lnTo>
                    <a:pt x="0" y="402381"/>
                  </a:lnTo>
                  <a:lnTo>
                    <a:pt x="2707" y="355455"/>
                  </a:lnTo>
                  <a:lnTo>
                    <a:pt x="10627" y="310119"/>
                  </a:lnTo>
                  <a:lnTo>
                    <a:pt x="23458" y="266675"/>
                  </a:lnTo>
                  <a:lnTo>
                    <a:pt x="40898" y="225424"/>
                  </a:lnTo>
                  <a:lnTo>
                    <a:pt x="62646" y="186669"/>
                  </a:lnTo>
                  <a:lnTo>
                    <a:pt x="88398" y="150712"/>
                  </a:lnTo>
                  <a:lnTo>
                    <a:pt x="117855" y="117855"/>
                  </a:lnTo>
                  <a:lnTo>
                    <a:pt x="150712" y="88398"/>
                  </a:lnTo>
                  <a:lnTo>
                    <a:pt x="186669" y="62646"/>
                  </a:lnTo>
                  <a:lnTo>
                    <a:pt x="225424" y="40898"/>
                  </a:lnTo>
                  <a:lnTo>
                    <a:pt x="266675" y="23458"/>
                  </a:lnTo>
                  <a:lnTo>
                    <a:pt x="310119" y="10627"/>
                  </a:lnTo>
                  <a:lnTo>
                    <a:pt x="355456" y="2707"/>
                  </a:lnTo>
                  <a:lnTo>
                    <a:pt x="402382" y="0"/>
                  </a:lnTo>
                  <a:lnTo>
                    <a:pt x="1499770" y="0"/>
                  </a:lnTo>
                  <a:lnTo>
                    <a:pt x="1546697" y="2707"/>
                  </a:lnTo>
                  <a:lnTo>
                    <a:pt x="1592033" y="10627"/>
                  </a:lnTo>
                  <a:lnTo>
                    <a:pt x="1635478" y="23458"/>
                  </a:lnTo>
                  <a:lnTo>
                    <a:pt x="1676728" y="40898"/>
                  </a:lnTo>
                  <a:lnTo>
                    <a:pt x="1715483" y="62646"/>
                  </a:lnTo>
                  <a:lnTo>
                    <a:pt x="1751440" y="88398"/>
                  </a:lnTo>
                  <a:lnTo>
                    <a:pt x="1784298" y="117855"/>
                  </a:lnTo>
                  <a:lnTo>
                    <a:pt x="1813754" y="150712"/>
                  </a:lnTo>
                  <a:lnTo>
                    <a:pt x="1839507" y="186669"/>
                  </a:lnTo>
                  <a:lnTo>
                    <a:pt x="1861254" y="225424"/>
                  </a:lnTo>
                  <a:lnTo>
                    <a:pt x="1878694" y="266675"/>
                  </a:lnTo>
                  <a:lnTo>
                    <a:pt x="1891525" y="310119"/>
                  </a:lnTo>
                  <a:lnTo>
                    <a:pt x="1899446" y="355455"/>
                  </a:lnTo>
                  <a:lnTo>
                    <a:pt x="1901883" y="397715"/>
                  </a:lnTo>
                  <a:lnTo>
                    <a:pt x="1901883" y="407048"/>
                  </a:lnTo>
                  <a:lnTo>
                    <a:pt x="1899446" y="449308"/>
                  </a:lnTo>
                  <a:lnTo>
                    <a:pt x="1891525" y="494644"/>
                  </a:lnTo>
                  <a:lnTo>
                    <a:pt x="1878694" y="538088"/>
                  </a:lnTo>
                  <a:lnTo>
                    <a:pt x="1861254" y="579339"/>
                  </a:lnTo>
                  <a:lnTo>
                    <a:pt x="1839507" y="618094"/>
                  </a:lnTo>
                  <a:lnTo>
                    <a:pt x="1813754" y="654051"/>
                  </a:lnTo>
                  <a:lnTo>
                    <a:pt x="1784298" y="686909"/>
                  </a:lnTo>
                  <a:lnTo>
                    <a:pt x="1751440" y="716365"/>
                  </a:lnTo>
                  <a:lnTo>
                    <a:pt x="1715483" y="742118"/>
                  </a:lnTo>
                  <a:lnTo>
                    <a:pt x="1676728" y="763865"/>
                  </a:lnTo>
                  <a:lnTo>
                    <a:pt x="1635478" y="781305"/>
                  </a:lnTo>
                  <a:lnTo>
                    <a:pt x="1592033" y="794136"/>
                  </a:lnTo>
                  <a:lnTo>
                    <a:pt x="1546697" y="802056"/>
                  </a:lnTo>
                  <a:lnTo>
                    <a:pt x="1499770" y="8047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053917" y="3108678"/>
              <a:ext cx="1902460" cy="800100"/>
            </a:xfrm>
            <a:custGeom>
              <a:avLst/>
              <a:gdLst/>
              <a:ahLst/>
              <a:cxnLst/>
              <a:rect l="l" t="t" r="r" b="b"/>
              <a:pathLst>
                <a:path w="1902459" h="800100">
                  <a:moveTo>
                    <a:pt x="344528" y="800099"/>
                  </a:moveTo>
                  <a:lnTo>
                    <a:pt x="266656" y="781254"/>
                  </a:lnTo>
                  <a:lnTo>
                    <a:pt x="225409" y="763815"/>
                  </a:lnTo>
                  <a:lnTo>
                    <a:pt x="186656" y="742069"/>
                  </a:lnTo>
                  <a:lnTo>
                    <a:pt x="150702" y="716318"/>
                  </a:lnTo>
                  <a:lnTo>
                    <a:pt x="117846" y="686864"/>
                  </a:lnTo>
                  <a:lnTo>
                    <a:pt x="88392" y="654009"/>
                  </a:lnTo>
                  <a:lnTo>
                    <a:pt x="62641" y="618054"/>
                  </a:lnTo>
                  <a:lnTo>
                    <a:pt x="40895" y="579302"/>
                  </a:lnTo>
                  <a:lnTo>
                    <a:pt x="23456" y="538054"/>
                  </a:lnTo>
                  <a:lnTo>
                    <a:pt x="10626" y="494613"/>
                  </a:lnTo>
                  <a:lnTo>
                    <a:pt x="2706" y="449279"/>
                  </a:lnTo>
                  <a:lnTo>
                    <a:pt x="0" y="402356"/>
                  </a:lnTo>
                  <a:lnTo>
                    <a:pt x="2706" y="355433"/>
                  </a:lnTo>
                  <a:lnTo>
                    <a:pt x="10626" y="310100"/>
                  </a:lnTo>
                  <a:lnTo>
                    <a:pt x="23456" y="266659"/>
                  </a:lnTo>
                  <a:lnTo>
                    <a:pt x="40895" y="225411"/>
                  </a:lnTo>
                  <a:lnTo>
                    <a:pt x="62641" y="186659"/>
                  </a:lnTo>
                  <a:lnTo>
                    <a:pt x="88392" y="150704"/>
                  </a:lnTo>
                  <a:lnTo>
                    <a:pt x="117846" y="117849"/>
                  </a:lnTo>
                  <a:lnTo>
                    <a:pt x="150702" y="88395"/>
                  </a:lnTo>
                  <a:lnTo>
                    <a:pt x="186656" y="62644"/>
                  </a:lnTo>
                  <a:lnTo>
                    <a:pt x="225409" y="40898"/>
                  </a:lnTo>
                  <a:lnTo>
                    <a:pt x="266656" y="23459"/>
                  </a:lnTo>
                  <a:lnTo>
                    <a:pt x="310098" y="10628"/>
                  </a:lnTo>
                  <a:lnTo>
                    <a:pt x="355431" y="2709"/>
                  </a:lnTo>
                  <a:lnTo>
                    <a:pt x="402354" y="0"/>
                  </a:lnTo>
                  <a:lnTo>
                    <a:pt x="1499668" y="0"/>
                  </a:lnTo>
                  <a:lnTo>
                    <a:pt x="1546591" y="2709"/>
                  </a:lnTo>
                  <a:lnTo>
                    <a:pt x="1591924" y="10628"/>
                  </a:lnTo>
                  <a:lnTo>
                    <a:pt x="1635366" y="23458"/>
                  </a:lnTo>
                  <a:lnTo>
                    <a:pt x="1676614" y="40897"/>
                  </a:lnTo>
                  <a:lnTo>
                    <a:pt x="1715366" y="62643"/>
                  </a:lnTo>
                  <a:lnTo>
                    <a:pt x="1751321" y="88394"/>
                  </a:lnTo>
                  <a:lnTo>
                    <a:pt x="1784176" y="117849"/>
                  </a:lnTo>
                  <a:lnTo>
                    <a:pt x="1813630" y="150704"/>
                  </a:lnTo>
                  <a:lnTo>
                    <a:pt x="1839381" y="186659"/>
                  </a:lnTo>
                  <a:lnTo>
                    <a:pt x="1861127" y="225411"/>
                  </a:lnTo>
                  <a:lnTo>
                    <a:pt x="1878566" y="266659"/>
                  </a:lnTo>
                  <a:lnTo>
                    <a:pt x="1891396" y="310100"/>
                  </a:lnTo>
                  <a:lnTo>
                    <a:pt x="1899316" y="355433"/>
                  </a:lnTo>
                  <a:lnTo>
                    <a:pt x="1902023" y="402356"/>
                  </a:lnTo>
                  <a:lnTo>
                    <a:pt x="1899316" y="449279"/>
                  </a:lnTo>
                  <a:lnTo>
                    <a:pt x="1891396" y="494613"/>
                  </a:lnTo>
                  <a:lnTo>
                    <a:pt x="1878566" y="538054"/>
                  </a:lnTo>
                  <a:lnTo>
                    <a:pt x="1861127" y="579302"/>
                  </a:lnTo>
                  <a:lnTo>
                    <a:pt x="1839381" y="618054"/>
                  </a:lnTo>
                  <a:lnTo>
                    <a:pt x="1813630" y="654009"/>
                  </a:lnTo>
                  <a:lnTo>
                    <a:pt x="1784176" y="686864"/>
                  </a:lnTo>
                  <a:lnTo>
                    <a:pt x="1751321" y="716318"/>
                  </a:lnTo>
                  <a:lnTo>
                    <a:pt x="1715366" y="742069"/>
                  </a:lnTo>
                  <a:lnTo>
                    <a:pt x="1676614" y="763815"/>
                  </a:lnTo>
                  <a:lnTo>
                    <a:pt x="1635366" y="781254"/>
                  </a:lnTo>
                  <a:lnTo>
                    <a:pt x="1591924" y="794085"/>
                  </a:lnTo>
                  <a:lnTo>
                    <a:pt x="1557496" y="800099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3537970" y="3273810"/>
            <a:ext cx="9340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80">
                <a:solidFill>
                  <a:srgbClr val="FF3131"/>
                </a:solidFill>
                <a:latin typeface="Dotum"/>
                <a:cs typeface="Dotum"/>
              </a:rPr>
              <a:t>After</a:t>
            </a:r>
            <a:endParaRPr sz="2800">
              <a:latin typeface="Dotum"/>
              <a:cs typeface="Dotum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07346" y="5560002"/>
            <a:ext cx="1723389" cy="1432560"/>
          </a:xfrm>
          <a:custGeom>
            <a:avLst/>
            <a:gdLst/>
            <a:ahLst/>
            <a:cxnLst/>
            <a:rect l="l" t="t" r="r" b="b"/>
            <a:pathLst>
              <a:path w="1723390" h="1432559">
                <a:moveTo>
                  <a:pt x="1008143" y="1431973"/>
                </a:moveTo>
                <a:lnTo>
                  <a:pt x="1008143" y="1073980"/>
                </a:lnTo>
                <a:lnTo>
                  <a:pt x="0" y="1073980"/>
                </a:lnTo>
                <a:lnTo>
                  <a:pt x="0" y="357993"/>
                </a:lnTo>
                <a:lnTo>
                  <a:pt x="1008143" y="357993"/>
                </a:lnTo>
                <a:lnTo>
                  <a:pt x="1008143" y="0"/>
                </a:lnTo>
                <a:lnTo>
                  <a:pt x="1722843" y="714699"/>
                </a:lnTo>
                <a:lnTo>
                  <a:pt x="1722843" y="717274"/>
                </a:lnTo>
                <a:lnTo>
                  <a:pt x="1008143" y="1431973"/>
                </a:lnTo>
                <a:close/>
              </a:path>
            </a:pathLst>
          </a:custGeom>
          <a:solidFill>
            <a:srgbClr val="3234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5788" y="4064252"/>
            <a:ext cx="5153024" cy="4152899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5"/>
              <a:t>PPT</a:t>
            </a:r>
            <a:r>
              <a:rPr dirty="0" spc="-350"/>
              <a:t> </a:t>
            </a:r>
            <a:r>
              <a:rPr dirty="0" spc="-409"/>
              <a:t>개선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7467" y="360412"/>
            <a:ext cx="53213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35">
                <a:solidFill>
                  <a:srgbClr val="3234AC"/>
                </a:solidFill>
                <a:latin typeface="Dotum"/>
                <a:cs typeface="Dotum"/>
              </a:rPr>
              <a:t>02</a:t>
            </a:r>
            <a:endParaRPr sz="33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443301"/>
            <a:ext cx="18288000" cy="843915"/>
          </a:xfrm>
          <a:custGeom>
            <a:avLst/>
            <a:gdLst/>
            <a:ahLst/>
            <a:cxnLst/>
            <a:rect l="l" t="t" r="r" b="b"/>
            <a:pathLst>
              <a:path w="18288000" h="843915">
                <a:moveTo>
                  <a:pt x="18287999" y="843698"/>
                </a:moveTo>
                <a:lnTo>
                  <a:pt x="0" y="84369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843698"/>
                </a:lnTo>
                <a:close/>
              </a:path>
            </a:pathLst>
          </a:custGeom>
          <a:solidFill>
            <a:srgbClr val="BDC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047127" y="1472358"/>
            <a:ext cx="4244975" cy="1044575"/>
            <a:chOff x="7047127" y="1472358"/>
            <a:chExt cx="4244975" cy="1044575"/>
          </a:xfrm>
        </p:grpSpPr>
        <p:sp>
          <p:nvSpPr>
            <p:cNvPr id="4" name="object 4"/>
            <p:cNvSpPr/>
            <p:nvPr/>
          </p:nvSpPr>
          <p:spPr>
            <a:xfrm>
              <a:off x="7084921" y="1510458"/>
              <a:ext cx="4169410" cy="968375"/>
            </a:xfrm>
            <a:custGeom>
              <a:avLst/>
              <a:gdLst/>
              <a:ahLst/>
              <a:cxnLst/>
              <a:rect l="l" t="t" r="r" b="b"/>
              <a:pathLst>
                <a:path w="4169409" h="968375">
                  <a:moveTo>
                    <a:pt x="3684991" y="967972"/>
                  </a:moveTo>
                  <a:lnTo>
                    <a:pt x="483986" y="967972"/>
                  </a:lnTo>
                  <a:lnTo>
                    <a:pt x="436149" y="965604"/>
                  </a:lnTo>
                  <a:lnTo>
                    <a:pt x="389124" y="958587"/>
                  </a:lnTo>
                  <a:lnTo>
                    <a:pt x="343225" y="947052"/>
                  </a:lnTo>
                  <a:lnTo>
                    <a:pt x="298772" y="931131"/>
                  </a:lnTo>
                  <a:lnTo>
                    <a:pt x="256081" y="910955"/>
                  </a:lnTo>
                  <a:lnTo>
                    <a:pt x="215470" y="886657"/>
                  </a:lnTo>
                  <a:lnTo>
                    <a:pt x="177256" y="858366"/>
                  </a:lnTo>
                  <a:lnTo>
                    <a:pt x="141756" y="826216"/>
                  </a:lnTo>
                  <a:lnTo>
                    <a:pt x="109606" y="790716"/>
                  </a:lnTo>
                  <a:lnTo>
                    <a:pt x="81315" y="752502"/>
                  </a:lnTo>
                  <a:lnTo>
                    <a:pt x="57016" y="711890"/>
                  </a:lnTo>
                  <a:lnTo>
                    <a:pt x="36841" y="669199"/>
                  </a:lnTo>
                  <a:lnTo>
                    <a:pt x="20920" y="624746"/>
                  </a:lnTo>
                  <a:lnTo>
                    <a:pt x="9385" y="578848"/>
                  </a:lnTo>
                  <a:lnTo>
                    <a:pt x="2368" y="531822"/>
                  </a:lnTo>
                  <a:lnTo>
                    <a:pt x="0" y="483986"/>
                  </a:lnTo>
                  <a:lnTo>
                    <a:pt x="2368" y="436150"/>
                  </a:lnTo>
                  <a:lnTo>
                    <a:pt x="9385" y="389124"/>
                  </a:lnTo>
                  <a:lnTo>
                    <a:pt x="20920" y="343226"/>
                  </a:lnTo>
                  <a:lnTo>
                    <a:pt x="36841" y="298772"/>
                  </a:lnTo>
                  <a:lnTo>
                    <a:pt x="57016" y="256081"/>
                  </a:lnTo>
                  <a:lnTo>
                    <a:pt x="81315" y="215470"/>
                  </a:lnTo>
                  <a:lnTo>
                    <a:pt x="109606" y="177256"/>
                  </a:lnTo>
                  <a:lnTo>
                    <a:pt x="141756" y="141756"/>
                  </a:lnTo>
                  <a:lnTo>
                    <a:pt x="177256" y="109605"/>
                  </a:lnTo>
                  <a:lnTo>
                    <a:pt x="215470" y="81315"/>
                  </a:lnTo>
                  <a:lnTo>
                    <a:pt x="256081" y="57016"/>
                  </a:lnTo>
                  <a:lnTo>
                    <a:pt x="298772" y="36841"/>
                  </a:lnTo>
                  <a:lnTo>
                    <a:pt x="343225" y="20920"/>
                  </a:lnTo>
                  <a:lnTo>
                    <a:pt x="389124" y="9385"/>
                  </a:lnTo>
                  <a:lnTo>
                    <a:pt x="436149" y="2368"/>
                  </a:lnTo>
                  <a:lnTo>
                    <a:pt x="483986" y="0"/>
                  </a:lnTo>
                  <a:lnTo>
                    <a:pt x="3684991" y="0"/>
                  </a:lnTo>
                  <a:lnTo>
                    <a:pt x="3732827" y="2368"/>
                  </a:lnTo>
                  <a:lnTo>
                    <a:pt x="3779853" y="9385"/>
                  </a:lnTo>
                  <a:lnTo>
                    <a:pt x="3825752" y="20920"/>
                  </a:lnTo>
                  <a:lnTo>
                    <a:pt x="3870205" y="36841"/>
                  </a:lnTo>
                  <a:lnTo>
                    <a:pt x="3912896" y="57016"/>
                  </a:lnTo>
                  <a:lnTo>
                    <a:pt x="3953508" y="81315"/>
                  </a:lnTo>
                  <a:lnTo>
                    <a:pt x="3991722" y="109605"/>
                  </a:lnTo>
                  <a:lnTo>
                    <a:pt x="4027222" y="141756"/>
                  </a:lnTo>
                  <a:lnTo>
                    <a:pt x="4059372" y="177256"/>
                  </a:lnTo>
                  <a:lnTo>
                    <a:pt x="4087663" y="215470"/>
                  </a:lnTo>
                  <a:lnTo>
                    <a:pt x="4111962" y="256081"/>
                  </a:lnTo>
                  <a:lnTo>
                    <a:pt x="4132137" y="298772"/>
                  </a:lnTo>
                  <a:lnTo>
                    <a:pt x="4148058" y="343226"/>
                  </a:lnTo>
                  <a:lnTo>
                    <a:pt x="4159593" y="389124"/>
                  </a:lnTo>
                  <a:lnTo>
                    <a:pt x="4166611" y="436150"/>
                  </a:lnTo>
                  <a:lnTo>
                    <a:pt x="4168979" y="483986"/>
                  </a:lnTo>
                  <a:lnTo>
                    <a:pt x="4166611" y="531822"/>
                  </a:lnTo>
                  <a:lnTo>
                    <a:pt x="4159593" y="578848"/>
                  </a:lnTo>
                  <a:lnTo>
                    <a:pt x="4148058" y="624746"/>
                  </a:lnTo>
                  <a:lnTo>
                    <a:pt x="4132137" y="669199"/>
                  </a:lnTo>
                  <a:lnTo>
                    <a:pt x="4111962" y="711890"/>
                  </a:lnTo>
                  <a:lnTo>
                    <a:pt x="4087663" y="752502"/>
                  </a:lnTo>
                  <a:lnTo>
                    <a:pt x="4059372" y="790716"/>
                  </a:lnTo>
                  <a:lnTo>
                    <a:pt x="4027222" y="826216"/>
                  </a:lnTo>
                  <a:lnTo>
                    <a:pt x="3991722" y="858366"/>
                  </a:lnTo>
                  <a:lnTo>
                    <a:pt x="3953508" y="886657"/>
                  </a:lnTo>
                  <a:lnTo>
                    <a:pt x="3912896" y="910955"/>
                  </a:lnTo>
                  <a:lnTo>
                    <a:pt x="3870205" y="931131"/>
                  </a:lnTo>
                  <a:lnTo>
                    <a:pt x="3825752" y="947052"/>
                  </a:lnTo>
                  <a:lnTo>
                    <a:pt x="3779853" y="958587"/>
                  </a:lnTo>
                  <a:lnTo>
                    <a:pt x="3732827" y="965604"/>
                  </a:lnTo>
                  <a:lnTo>
                    <a:pt x="3684991" y="967972"/>
                  </a:lnTo>
                  <a:close/>
                </a:path>
              </a:pathLst>
            </a:custGeom>
            <a:solidFill>
              <a:srgbClr val="BD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085227" y="1510458"/>
              <a:ext cx="4168775" cy="968375"/>
            </a:xfrm>
            <a:custGeom>
              <a:avLst/>
              <a:gdLst/>
              <a:ahLst/>
              <a:cxnLst/>
              <a:rect l="l" t="t" r="r" b="b"/>
              <a:pathLst>
                <a:path w="4168775" h="968375">
                  <a:moveTo>
                    <a:pt x="483914" y="0"/>
                  </a:moveTo>
                  <a:lnTo>
                    <a:pt x="3684445" y="0"/>
                  </a:lnTo>
                  <a:lnTo>
                    <a:pt x="3732275" y="2367"/>
                  </a:lnTo>
                  <a:lnTo>
                    <a:pt x="3779293" y="9384"/>
                  </a:lnTo>
                  <a:lnTo>
                    <a:pt x="3825185" y="20917"/>
                  </a:lnTo>
                  <a:lnTo>
                    <a:pt x="3869632" y="36835"/>
                  </a:lnTo>
                  <a:lnTo>
                    <a:pt x="3912316" y="57008"/>
                  </a:lnTo>
                  <a:lnTo>
                    <a:pt x="3952922" y="81303"/>
                  </a:lnTo>
                  <a:lnTo>
                    <a:pt x="3991130" y="109589"/>
                  </a:lnTo>
                  <a:lnTo>
                    <a:pt x="4026625" y="141734"/>
                  </a:lnTo>
                  <a:lnTo>
                    <a:pt x="4058771" y="177229"/>
                  </a:lnTo>
                  <a:lnTo>
                    <a:pt x="4087057" y="215438"/>
                  </a:lnTo>
                  <a:lnTo>
                    <a:pt x="4111352" y="256043"/>
                  </a:lnTo>
                  <a:lnTo>
                    <a:pt x="4131524" y="298728"/>
                  </a:lnTo>
                  <a:lnTo>
                    <a:pt x="4147443" y="343175"/>
                  </a:lnTo>
                  <a:lnTo>
                    <a:pt x="4158976" y="389066"/>
                  </a:lnTo>
                  <a:lnTo>
                    <a:pt x="4165993" y="436085"/>
                  </a:lnTo>
                  <a:lnTo>
                    <a:pt x="4168360" y="483914"/>
                  </a:lnTo>
                  <a:lnTo>
                    <a:pt x="4165993" y="531743"/>
                  </a:lnTo>
                  <a:lnTo>
                    <a:pt x="4158976" y="578762"/>
                  </a:lnTo>
                  <a:lnTo>
                    <a:pt x="4147443" y="624653"/>
                  </a:lnTo>
                  <a:lnTo>
                    <a:pt x="4131525" y="669100"/>
                  </a:lnTo>
                  <a:lnTo>
                    <a:pt x="4111352" y="711785"/>
                  </a:lnTo>
                  <a:lnTo>
                    <a:pt x="4087057" y="752390"/>
                  </a:lnTo>
                  <a:lnTo>
                    <a:pt x="4058771" y="790599"/>
                  </a:lnTo>
                  <a:lnTo>
                    <a:pt x="4026625" y="826094"/>
                  </a:lnTo>
                  <a:lnTo>
                    <a:pt x="3991130" y="858240"/>
                  </a:lnTo>
                  <a:lnTo>
                    <a:pt x="3952922" y="886526"/>
                  </a:lnTo>
                  <a:lnTo>
                    <a:pt x="3912316" y="910821"/>
                  </a:lnTo>
                  <a:lnTo>
                    <a:pt x="3869632" y="930993"/>
                  </a:lnTo>
                  <a:lnTo>
                    <a:pt x="3825185" y="946911"/>
                  </a:lnTo>
                  <a:lnTo>
                    <a:pt x="3779293" y="958445"/>
                  </a:lnTo>
                  <a:lnTo>
                    <a:pt x="3732275" y="965461"/>
                  </a:lnTo>
                  <a:lnTo>
                    <a:pt x="3684445" y="967829"/>
                  </a:lnTo>
                  <a:lnTo>
                    <a:pt x="483914" y="967829"/>
                  </a:lnTo>
                  <a:lnTo>
                    <a:pt x="436085" y="965461"/>
                  </a:lnTo>
                  <a:lnTo>
                    <a:pt x="389066" y="958444"/>
                  </a:lnTo>
                  <a:lnTo>
                    <a:pt x="343175" y="946911"/>
                  </a:lnTo>
                  <a:lnTo>
                    <a:pt x="298728" y="930993"/>
                  </a:lnTo>
                  <a:lnTo>
                    <a:pt x="256043" y="910820"/>
                  </a:lnTo>
                  <a:lnTo>
                    <a:pt x="215438" y="886525"/>
                  </a:lnTo>
                  <a:lnTo>
                    <a:pt x="177229" y="858239"/>
                  </a:lnTo>
                  <a:lnTo>
                    <a:pt x="141735" y="826093"/>
                  </a:lnTo>
                  <a:lnTo>
                    <a:pt x="109589" y="790599"/>
                  </a:lnTo>
                  <a:lnTo>
                    <a:pt x="81303" y="752390"/>
                  </a:lnTo>
                  <a:lnTo>
                    <a:pt x="57008" y="711785"/>
                  </a:lnTo>
                  <a:lnTo>
                    <a:pt x="36835" y="669100"/>
                  </a:lnTo>
                  <a:lnTo>
                    <a:pt x="20917" y="624653"/>
                  </a:lnTo>
                  <a:lnTo>
                    <a:pt x="9384" y="578762"/>
                  </a:lnTo>
                  <a:lnTo>
                    <a:pt x="2367" y="531743"/>
                  </a:lnTo>
                  <a:lnTo>
                    <a:pt x="0" y="483914"/>
                  </a:lnTo>
                  <a:lnTo>
                    <a:pt x="2367" y="436085"/>
                  </a:lnTo>
                  <a:lnTo>
                    <a:pt x="9384" y="389066"/>
                  </a:lnTo>
                  <a:lnTo>
                    <a:pt x="20917" y="343175"/>
                  </a:lnTo>
                  <a:lnTo>
                    <a:pt x="36835" y="298728"/>
                  </a:lnTo>
                  <a:lnTo>
                    <a:pt x="57008" y="256043"/>
                  </a:lnTo>
                  <a:lnTo>
                    <a:pt x="81303" y="215438"/>
                  </a:lnTo>
                  <a:lnTo>
                    <a:pt x="109589" y="177229"/>
                  </a:lnTo>
                  <a:lnTo>
                    <a:pt x="141735" y="141735"/>
                  </a:lnTo>
                  <a:lnTo>
                    <a:pt x="177229" y="109589"/>
                  </a:lnTo>
                  <a:lnTo>
                    <a:pt x="215438" y="81303"/>
                  </a:lnTo>
                  <a:lnTo>
                    <a:pt x="256043" y="57008"/>
                  </a:lnTo>
                  <a:lnTo>
                    <a:pt x="298728" y="36835"/>
                  </a:lnTo>
                  <a:lnTo>
                    <a:pt x="343175" y="20917"/>
                  </a:lnTo>
                  <a:lnTo>
                    <a:pt x="389066" y="9384"/>
                  </a:lnTo>
                  <a:lnTo>
                    <a:pt x="436085" y="2367"/>
                  </a:lnTo>
                  <a:lnTo>
                    <a:pt x="483914" y="0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862030" y="1688354"/>
            <a:ext cx="26149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30">
                <a:solidFill>
                  <a:srgbClr val="3234AC"/>
                </a:solidFill>
                <a:latin typeface="Dotum"/>
                <a:cs typeface="Dotum"/>
              </a:rPr>
              <a:t>페이지</a:t>
            </a:r>
            <a:r>
              <a:rPr dirty="0" sz="3600" spc="-350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600" spc="-325">
                <a:solidFill>
                  <a:srgbClr val="3234AC"/>
                </a:solidFill>
                <a:latin typeface="Dotum"/>
                <a:cs typeface="Dotum"/>
              </a:rPr>
              <a:t>분업화</a:t>
            </a:r>
            <a:endParaRPr sz="3600">
              <a:latin typeface="Dotum"/>
              <a:cs typeface="Dotum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26786" y="2611780"/>
            <a:ext cx="1978660" cy="876300"/>
            <a:chOff x="2826786" y="2611780"/>
            <a:chExt cx="1978660" cy="876300"/>
          </a:xfrm>
        </p:grpSpPr>
        <p:sp>
          <p:nvSpPr>
            <p:cNvPr id="8" name="object 8"/>
            <p:cNvSpPr/>
            <p:nvPr/>
          </p:nvSpPr>
          <p:spPr>
            <a:xfrm>
              <a:off x="2864886" y="2649881"/>
              <a:ext cx="1902460" cy="805180"/>
            </a:xfrm>
            <a:custGeom>
              <a:avLst/>
              <a:gdLst/>
              <a:ahLst/>
              <a:cxnLst/>
              <a:rect l="l" t="t" r="r" b="b"/>
              <a:pathLst>
                <a:path w="1902460" h="805179">
                  <a:moveTo>
                    <a:pt x="1499770" y="804764"/>
                  </a:moveTo>
                  <a:lnTo>
                    <a:pt x="402381" y="804764"/>
                  </a:lnTo>
                  <a:lnTo>
                    <a:pt x="355455" y="802056"/>
                  </a:lnTo>
                  <a:lnTo>
                    <a:pt x="310119" y="794136"/>
                  </a:lnTo>
                  <a:lnTo>
                    <a:pt x="266675" y="781305"/>
                  </a:lnTo>
                  <a:lnTo>
                    <a:pt x="225424" y="763865"/>
                  </a:lnTo>
                  <a:lnTo>
                    <a:pt x="186669" y="742118"/>
                  </a:lnTo>
                  <a:lnTo>
                    <a:pt x="150712" y="716365"/>
                  </a:lnTo>
                  <a:lnTo>
                    <a:pt x="117854" y="686909"/>
                  </a:lnTo>
                  <a:lnTo>
                    <a:pt x="88398" y="654051"/>
                  </a:lnTo>
                  <a:lnTo>
                    <a:pt x="62646" y="618094"/>
                  </a:lnTo>
                  <a:lnTo>
                    <a:pt x="40898" y="579339"/>
                  </a:lnTo>
                  <a:lnTo>
                    <a:pt x="23458" y="538088"/>
                  </a:lnTo>
                  <a:lnTo>
                    <a:pt x="10627" y="494644"/>
                  </a:lnTo>
                  <a:lnTo>
                    <a:pt x="2707" y="449308"/>
                  </a:lnTo>
                  <a:lnTo>
                    <a:pt x="0" y="402382"/>
                  </a:lnTo>
                  <a:lnTo>
                    <a:pt x="2707" y="355455"/>
                  </a:lnTo>
                  <a:lnTo>
                    <a:pt x="10627" y="310119"/>
                  </a:lnTo>
                  <a:lnTo>
                    <a:pt x="23458" y="266675"/>
                  </a:lnTo>
                  <a:lnTo>
                    <a:pt x="40898" y="225424"/>
                  </a:lnTo>
                  <a:lnTo>
                    <a:pt x="62646" y="186669"/>
                  </a:lnTo>
                  <a:lnTo>
                    <a:pt x="88398" y="150712"/>
                  </a:lnTo>
                  <a:lnTo>
                    <a:pt x="117854" y="117855"/>
                  </a:lnTo>
                  <a:lnTo>
                    <a:pt x="150712" y="88398"/>
                  </a:lnTo>
                  <a:lnTo>
                    <a:pt x="186669" y="62646"/>
                  </a:lnTo>
                  <a:lnTo>
                    <a:pt x="225424" y="40898"/>
                  </a:lnTo>
                  <a:lnTo>
                    <a:pt x="266675" y="23458"/>
                  </a:lnTo>
                  <a:lnTo>
                    <a:pt x="310119" y="10627"/>
                  </a:lnTo>
                  <a:lnTo>
                    <a:pt x="355455" y="2707"/>
                  </a:lnTo>
                  <a:lnTo>
                    <a:pt x="402381" y="0"/>
                  </a:lnTo>
                  <a:lnTo>
                    <a:pt x="1499770" y="0"/>
                  </a:lnTo>
                  <a:lnTo>
                    <a:pt x="1546697" y="2707"/>
                  </a:lnTo>
                  <a:lnTo>
                    <a:pt x="1592033" y="10627"/>
                  </a:lnTo>
                  <a:lnTo>
                    <a:pt x="1635477" y="23458"/>
                  </a:lnTo>
                  <a:lnTo>
                    <a:pt x="1676728" y="40898"/>
                  </a:lnTo>
                  <a:lnTo>
                    <a:pt x="1715483" y="62646"/>
                  </a:lnTo>
                  <a:lnTo>
                    <a:pt x="1751440" y="88398"/>
                  </a:lnTo>
                  <a:lnTo>
                    <a:pt x="1784298" y="117855"/>
                  </a:lnTo>
                  <a:lnTo>
                    <a:pt x="1813754" y="150712"/>
                  </a:lnTo>
                  <a:lnTo>
                    <a:pt x="1839507" y="186669"/>
                  </a:lnTo>
                  <a:lnTo>
                    <a:pt x="1861254" y="225424"/>
                  </a:lnTo>
                  <a:lnTo>
                    <a:pt x="1878694" y="266675"/>
                  </a:lnTo>
                  <a:lnTo>
                    <a:pt x="1891525" y="310119"/>
                  </a:lnTo>
                  <a:lnTo>
                    <a:pt x="1899445" y="355455"/>
                  </a:lnTo>
                  <a:lnTo>
                    <a:pt x="1901883" y="397717"/>
                  </a:lnTo>
                  <a:lnTo>
                    <a:pt x="1901883" y="407046"/>
                  </a:lnTo>
                  <a:lnTo>
                    <a:pt x="1899445" y="449308"/>
                  </a:lnTo>
                  <a:lnTo>
                    <a:pt x="1891525" y="494644"/>
                  </a:lnTo>
                  <a:lnTo>
                    <a:pt x="1878694" y="538088"/>
                  </a:lnTo>
                  <a:lnTo>
                    <a:pt x="1861254" y="579339"/>
                  </a:lnTo>
                  <a:lnTo>
                    <a:pt x="1839507" y="618094"/>
                  </a:lnTo>
                  <a:lnTo>
                    <a:pt x="1813754" y="654051"/>
                  </a:lnTo>
                  <a:lnTo>
                    <a:pt x="1784298" y="686909"/>
                  </a:lnTo>
                  <a:lnTo>
                    <a:pt x="1751440" y="716365"/>
                  </a:lnTo>
                  <a:lnTo>
                    <a:pt x="1715483" y="742118"/>
                  </a:lnTo>
                  <a:lnTo>
                    <a:pt x="1676728" y="763865"/>
                  </a:lnTo>
                  <a:lnTo>
                    <a:pt x="1635477" y="781305"/>
                  </a:lnTo>
                  <a:lnTo>
                    <a:pt x="1592033" y="794136"/>
                  </a:lnTo>
                  <a:lnTo>
                    <a:pt x="1546697" y="802056"/>
                  </a:lnTo>
                  <a:lnTo>
                    <a:pt x="1499770" y="8047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864886" y="2649880"/>
              <a:ext cx="1902460" cy="800100"/>
            </a:xfrm>
            <a:custGeom>
              <a:avLst/>
              <a:gdLst/>
              <a:ahLst/>
              <a:cxnLst/>
              <a:rect l="l" t="t" r="r" b="b"/>
              <a:pathLst>
                <a:path w="1902460" h="800100">
                  <a:moveTo>
                    <a:pt x="344527" y="800099"/>
                  </a:moveTo>
                  <a:lnTo>
                    <a:pt x="266656" y="781254"/>
                  </a:lnTo>
                  <a:lnTo>
                    <a:pt x="225409" y="763815"/>
                  </a:lnTo>
                  <a:lnTo>
                    <a:pt x="186657" y="742069"/>
                  </a:lnTo>
                  <a:lnTo>
                    <a:pt x="150702" y="716318"/>
                  </a:lnTo>
                  <a:lnTo>
                    <a:pt x="117846" y="686864"/>
                  </a:lnTo>
                  <a:lnTo>
                    <a:pt x="88392" y="654009"/>
                  </a:lnTo>
                  <a:lnTo>
                    <a:pt x="62641" y="618054"/>
                  </a:lnTo>
                  <a:lnTo>
                    <a:pt x="40895" y="579302"/>
                  </a:lnTo>
                  <a:lnTo>
                    <a:pt x="23456" y="538054"/>
                  </a:lnTo>
                  <a:lnTo>
                    <a:pt x="10626" y="494613"/>
                  </a:lnTo>
                  <a:lnTo>
                    <a:pt x="2706" y="449279"/>
                  </a:lnTo>
                  <a:lnTo>
                    <a:pt x="0" y="402356"/>
                  </a:lnTo>
                  <a:lnTo>
                    <a:pt x="2706" y="355433"/>
                  </a:lnTo>
                  <a:lnTo>
                    <a:pt x="10626" y="310100"/>
                  </a:lnTo>
                  <a:lnTo>
                    <a:pt x="23456" y="266659"/>
                  </a:lnTo>
                  <a:lnTo>
                    <a:pt x="40895" y="225411"/>
                  </a:lnTo>
                  <a:lnTo>
                    <a:pt x="62641" y="186659"/>
                  </a:lnTo>
                  <a:lnTo>
                    <a:pt x="88392" y="150704"/>
                  </a:lnTo>
                  <a:lnTo>
                    <a:pt x="117846" y="117849"/>
                  </a:lnTo>
                  <a:lnTo>
                    <a:pt x="150702" y="88395"/>
                  </a:lnTo>
                  <a:lnTo>
                    <a:pt x="186657" y="62643"/>
                  </a:lnTo>
                  <a:lnTo>
                    <a:pt x="225409" y="40898"/>
                  </a:lnTo>
                  <a:lnTo>
                    <a:pt x="266656" y="23458"/>
                  </a:lnTo>
                  <a:lnTo>
                    <a:pt x="310098" y="10628"/>
                  </a:lnTo>
                  <a:lnTo>
                    <a:pt x="355431" y="2709"/>
                  </a:lnTo>
                  <a:lnTo>
                    <a:pt x="402354" y="0"/>
                  </a:lnTo>
                  <a:lnTo>
                    <a:pt x="1499668" y="0"/>
                  </a:lnTo>
                  <a:lnTo>
                    <a:pt x="1546591" y="2709"/>
                  </a:lnTo>
                  <a:lnTo>
                    <a:pt x="1591925" y="10628"/>
                  </a:lnTo>
                  <a:lnTo>
                    <a:pt x="1635366" y="23458"/>
                  </a:lnTo>
                  <a:lnTo>
                    <a:pt x="1676614" y="40897"/>
                  </a:lnTo>
                  <a:lnTo>
                    <a:pt x="1715366" y="62643"/>
                  </a:lnTo>
                  <a:lnTo>
                    <a:pt x="1751321" y="88395"/>
                  </a:lnTo>
                  <a:lnTo>
                    <a:pt x="1784176" y="117849"/>
                  </a:lnTo>
                  <a:lnTo>
                    <a:pt x="1813630" y="150704"/>
                  </a:lnTo>
                  <a:lnTo>
                    <a:pt x="1839381" y="186659"/>
                  </a:lnTo>
                  <a:lnTo>
                    <a:pt x="1861127" y="225411"/>
                  </a:lnTo>
                  <a:lnTo>
                    <a:pt x="1878566" y="266659"/>
                  </a:lnTo>
                  <a:lnTo>
                    <a:pt x="1891397" y="310100"/>
                  </a:lnTo>
                  <a:lnTo>
                    <a:pt x="1899316" y="355433"/>
                  </a:lnTo>
                  <a:lnTo>
                    <a:pt x="1902023" y="402356"/>
                  </a:lnTo>
                  <a:lnTo>
                    <a:pt x="1899316" y="449279"/>
                  </a:lnTo>
                  <a:lnTo>
                    <a:pt x="1891397" y="494613"/>
                  </a:lnTo>
                  <a:lnTo>
                    <a:pt x="1878566" y="538054"/>
                  </a:lnTo>
                  <a:lnTo>
                    <a:pt x="1861127" y="579302"/>
                  </a:lnTo>
                  <a:lnTo>
                    <a:pt x="1839381" y="618054"/>
                  </a:lnTo>
                  <a:lnTo>
                    <a:pt x="1813630" y="654009"/>
                  </a:lnTo>
                  <a:lnTo>
                    <a:pt x="1784176" y="686864"/>
                  </a:lnTo>
                  <a:lnTo>
                    <a:pt x="1751321" y="716318"/>
                  </a:lnTo>
                  <a:lnTo>
                    <a:pt x="1715366" y="742069"/>
                  </a:lnTo>
                  <a:lnTo>
                    <a:pt x="1676614" y="763815"/>
                  </a:lnTo>
                  <a:lnTo>
                    <a:pt x="1635366" y="781254"/>
                  </a:lnTo>
                  <a:lnTo>
                    <a:pt x="1591925" y="794085"/>
                  </a:lnTo>
                  <a:lnTo>
                    <a:pt x="1557495" y="800099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207106" y="2815012"/>
            <a:ext cx="12179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14">
                <a:solidFill>
                  <a:srgbClr val="3234AC"/>
                </a:solidFill>
                <a:latin typeface="Dotum"/>
                <a:cs typeface="Dotum"/>
              </a:rPr>
              <a:t>Before</a:t>
            </a:r>
            <a:endParaRPr sz="2800">
              <a:latin typeface="Dotum"/>
              <a:cs typeface="Dotu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102332" y="2611780"/>
            <a:ext cx="1978660" cy="876300"/>
            <a:chOff x="13102332" y="2611780"/>
            <a:chExt cx="1978660" cy="876300"/>
          </a:xfrm>
        </p:grpSpPr>
        <p:sp>
          <p:nvSpPr>
            <p:cNvPr id="12" name="object 12"/>
            <p:cNvSpPr/>
            <p:nvPr/>
          </p:nvSpPr>
          <p:spPr>
            <a:xfrm>
              <a:off x="13140431" y="2649881"/>
              <a:ext cx="1902460" cy="805180"/>
            </a:xfrm>
            <a:custGeom>
              <a:avLst/>
              <a:gdLst/>
              <a:ahLst/>
              <a:cxnLst/>
              <a:rect l="l" t="t" r="r" b="b"/>
              <a:pathLst>
                <a:path w="1902459" h="805179">
                  <a:moveTo>
                    <a:pt x="1499770" y="804764"/>
                  </a:moveTo>
                  <a:lnTo>
                    <a:pt x="402382" y="804764"/>
                  </a:lnTo>
                  <a:lnTo>
                    <a:pt x="355456" y="802056"/>
                  </a:lnTo>
                  <a:lnTo>
                    <a:pt x="310119" y="794136"/>
                  </a:lnTo>
                  <a:lnTo>
                    <a:pt x="266675" y="781305"/>
                  </a:lnTo>
                  <a:lnTo>
                    <a:pt x="225424" y="763865"/>
                  </a:lnTo>
                  <a:lnTo>
                    <a:pt x="186669" y="742118"/>
                  </a:lnTo>
                  <a:lnTo>
                    <a:pt x="150712" y="716365"/>
                  </a:lnTo>
                  <a:lnTo>
                    <a:pt x="117854" y="686909"/>
                  </a:lnTo>
                  <a:lnTo>
                    <a:pt x="88398" y="654051"/>
                  </a:lnTo>
                  <a:lnTo>
                    <a:pt x="62646" y="618094"/>
                  </a:lnTo>
                  <a:lnTo>
                    <a:pt x="40898" y="579339"/>
                  </a:lnTo>
                  <a:lnTo>
                    <a:pt x="23458" y="538088"/>
                  </a:lnTo>
                  <a:lnTo>
                    <a:pt x="10627" y="494644"/>
                  </a:lnTo>
                  <a:lnTo>
                    <a:pt x="2707" y="449308"/>
                  </a:lnTo>
                  <a:lnTo>
                    <a:pt x="0" y="402382"/>
                  </a:lnTo>
                  <a:lnTo>
                    <a:pt x="2707" y="355455"/>
                  </a:lnTo>
                  <a:lnTo>
                    <a:pt x="10627" y="310119"/>
                  </a:lnTo>
                  <a:lnTo>
                    <a:pt x="23458" y="266675"/>
                  </a:lnTo>
                  <a:lnTo>
                    <a:pt x="40898" y="225424"/>
                  </a:lnTo>
                  <a:lnTo>
                    <a:pt x="62646" y="186669"/>
                  </a:lnTo>
                  <a:lnTo>
                    <a:pt x="88398" y="150712"/>
                  </a:lnTo>
                  <a:lnTo>
                    <a:pt x="117854" y="117855"/>
                  </a:lnTo>
                  <a:lnTo>
                    <a:pt x="150712" y="88398"/>
                  </a:lnTo>
                  <a:lnTo>
                    <a:pt x="186669" y="62646"/>
                  </a:lnTo>
                  <a:lnTo>
                    <a:pt x="225424" y="40898"/>
                  </a:lnTo>
                  <a:lnTo>
                    <a:pt x="266675" y="23458"/>
                  </a:lnTo>
                  <a:lnTo>
                    <a:pt x="310119" y="10627"/>
                  </a:lnTo>
                  <a:lnTo>
                    <a:pt x="355456" y="2707"/>
                  </a:lnTo>
                  <a:lnTo>
                    <a:pt x="402382" y="0"/>
                  </a:lnTo>
                  <a:lnTo>
                    <a:pt x="1499770" y="0"/>
                  </a:lnTo>
                  <a:lnTo>
                    <a:pt x="1546697" y="2707"/>
                  </a:lnTo>
                  <a:lnTo>
                    <a:pt x="1592033" y="10627"/>
                  </a:lnTo>
                  <a:lnTo>
                    <a:pt x="1635478" y="23458"/>
                  </a:lnTo>
                  <a:lnTo>
                    <a:pt x="1676728" y="40898"/>
                  </a:lnTo>
                  <a:lnTo>
                    <a:pt x="1715483" y="62646"/>
                  </a:lnTo>
                  <a:lnTo>
                    <a:pt x="1751440" y="88398"/>
                  </a:lnTo>
                  <a:lnTo>
                    <a:pt x="1784298" y="117855"/>
                  </a:lnTo>
                  <a:lnTo>
                    <a:pt x="1813754" y="150712"/>
                  </a:lnTo>
                  <a:lnTo>
                    <a:pt x="1839507" y="186669"/>
                  </a:lnTo>
                  <a:lnTo>
                    <a:pt x="1861254" y="225424"/>
                  </a:lnTo>
                  <a:lnTo>
                    <a:pt x="1878694" y="266675"/>
                  </a:lnTo>
                  <a:lnTo>
                    <a:pt x="1891526" y="310119"/>
                  </a:lnTo>
                  <a:lnTo>
                    <a:pt x="1899446" y="355455"/>
                  </a:lnTo>
                  <a:lnTo>
                    <a:pt x="1901883" y="397715"/>
                  </a:lnTo>
                  <a:lnTo>
                    <a:pt x="1901883" y="407049"/>
                  </a:lnTo>
                  <a:lnTo>
                    <a:pt x="1899446" y="449308"/>
                  </a:lnTo>
                  <a:lnTo>
                    <a:pt x="1891526" y="494644"/>
                  </a:lnTo>
                  <a:lnTo>
                    <a:pt x="1878694" y="538088"/>
                  </a:lnTo>
                  <a:lnTo>
                    <a:pt x="1861254" y="579339"/>
                  </a:lnTo>
                  <a:lnTo>
                    <a:pt x="1839507" y="618094"/>
                  </a:lnTo>
                  <a:lnTo>
                    <a:pt x="1813754" y="654051"/>
                  </a:lnTo>
                  <a:lnTo>
                    <a:pt x="1784298" y="686909"/>
                  </a:lnTo>
                  <a:lnTo>
                    <a:pt x="1751440" y="716365"/>
                  </a:lnTo>
                  <a:lnTo>
                    <a:pt x="1715483" y="742118"/>
                  </a:lnTo>
                  <a:lnTo>
                    <a:pt x="1676728" y="763865"/>
                  </a:lnTo>
                  <a:lnTo>
                    <a:pt x="1635478" y="781305"/>
                  </a:lnTo>
                  <a:lnTo>
                    <a:pt x="1592033" y="794136"/>
                  </a:lnTo>
                  <a:lnTo>
                    <a:pt x="1546697" y="802056"/>
                  </a:lnTo>
                  <a:lnTo>
                    <a:pt x="1499770" y="8047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140432" y="2649880"/>
              <a:ext cx="1902460" cy="800100"/>
            </a:xfrm>
            <a:custGeom>
              <a:avLst/>
              <a:gdLst/>
              <a:ahLst/>
              <a:cxnLst/>
              <a:rect l="l" t="t" r="r" b="b"/>
              <a:pathLst>
                <a:path w="1902459" h="800100">
                  <a:moveTo>
                    <a:pt x="344528" y="800099"/>
                  </a:moveTo>
                  <a:lnTo>
                    <a:pt x="266656" y="781254"/>
                  </a:lnTo>
                  <a:lnTo>
                    <a:pt x="225409" y="763815"/>
                  </a:lnTo>
                  <a:lnTo>
                    <a:pt x="186656" y="742069"/>
                  </a:lnTo>
                  <a:lnTo>
                    <a:pt x="150702" y="716318"/>
                  </a:lnTo>
                  <a:lnTo>
                    <a:pt x="117846" y="686864"/>
                  </a:lnTo>
                  <a:lnTo>
                    <a:pt x="88392" y="654009"/>
                  </a:lnTo>
                  <a:lnTo>
                    <a:pt x="62641" y="618054"/>
                  </a:lnTo>
                  <a:lnTo>
                    <a:pt x="40895" y="579302"/>
                  </a:lnTo>
                  <a:lnTo>
                    <a:pt x="23456" y="538054"/>
                  </a:lnTo>
                  <a:lnTo>
                    <a:pt x="10626" y="494613"/>
                  </a:lnTo>
                  <a:lnTo>
                    <a:pt x="2706" y="449279"/>
                  </a:lnTo>
                  <a:lnTo>
                    <a:pt x="0" y="402356"/>
                  </a:lnTo>
                  <a:lnTo>
                    <a:pt x="2706" y="355433"/>
                  </a:lnTo>
                  <a:lnTo>
                    <a:pt x="10626" y="310100"/>
                  </a:lnTo>
                  <a:lnTo>
                    <a:pt x="23456" y="266659"/>
                  </a:lnTo>
                  <a:lnTo>
                    <a:pt x="40895" y="225411"/>
                  </a:lnTo>
                  <a:lnTo>
                    <a:pt x="62641" y="186659"/>
                  </a:lnTo>
                  <a:lnTo>
                    <a:pt x="88392" y="150704"/>
                  </a:lnTo>
                  <a:lnTo>
                    <a:pt x="117846" y="117849"/>
                  </a:lnTo>
                  <a:lnTo>
                    <a:pt x="150702" y="88395"/>
                  </a:lnTo>
                  <a:lnTo>
                    <a:pt x="186656" y="62644"/>
                  </a:lnTo>
                  <a:lnTo>
                    <a:pt x="225409" y="40898"/>
                  </a:lnTo>
                  <a:lnTo>
                    <a:pt x="266656" y="23459"/>
                  </a:lnTo>
                  <a:lnTo>
                    <a:pt x="310098" y="10628"/>
                  </a:lnTo>
                  <a:lnTo>
                    <a:pt x="355431" y="2709"/>
                  </a:lnTo>
                  <a:lnTo>
                    <a:pt x="402354" y="0"/>
                  </a:lnTo>
                  <a:lnTo>
                    <a:pt x="1499668" y="0"/>
                  </a:lnTo>
                  <a:lnTo>
                    <a:pt x="1546591" y="2709"/>
                  </a:lnTo>
                  <a:lnTo>
                    <a:pt x="1591925" y="10628"/>
                  </a:lnTo>
                  <a:lnTo>
                    <a:pt x="1635366" y="23458"/>
                  </a:lnTo>
                  <a:lnTo>
                    <a:pt x="1676614" y="40897"/>
                  </a:lnTo>
                  <a:lnTo>
                    <a:pt x="1715366" y="62643"/>
                  </a:lnTo>
                  <a:lnTo>
                    <a:pt x="1751321" y="88394"/>
                  </a:lnTo>
                  <a:lnTo>
                    <a:pt x="1784176" y="117848"/>
                  </a:lnTo>
                  <a:lnTo>
                    <a:pt x="1813630" y="150704"/>
                  </a:lnTo>
                  <a:lnTo>
                    <a:pt x="1839381" y="186659"/>
                  </a:lnTo>
                  <a:lnTo>
                    <a:pt x="1861127" y="225411"/>
                  </a:lnTo>
                  <a:lnTo>
                    <a:pt x="1878566" y="266659"/>
                  </a:lnTo>
                  <a:lnTo>
                    <a:pt x="1891397" y="310100"/>
                  </a:lnTo>
                  <a:lnTo>
                    <a:pt x="1899316" y="355433"/>
                  </a:lnTo>
                  <a:lnTo>
                    <a:pt x="1902023" y="402356"/>
                  </a:lnTo>
                  <a:lnTo>
                    <a:pt x="1899316" y="449279"/>
                  </a:lnTo>
                  <a:lnTo>
                    <a:pt x="1891397" y="494613"/>
                  </a:lnTo>
                  <a:lnTo>
                    <a:pt x="1878566" y="538054"/>
                  </a:lnTo>
                  <a:lnTo>
                    <a:pt x="1861127" y="579302"/>
                  </a:lnTo>
                  <a:lnTo>
                    <a:pt x="1839381" y="618054"/>
                  </a:lnTo>
                  <a:lnTo>
                    <a:pt x="1813630" y="654009"/>
                  </a:lnTo>
                  <a:lnTo>
                    <a:pt x="1784176" y="686864"/>
                  </a:lnTo>
                  <a:lnTo>
                    <a:pt x="1751321" y="716318"/>
                  </a:lnTo>
                  <a:lnTo>
                    <a:pt x="1715366" y="742069"/>
                  </a:lnTo>
                  <a:lnTo>
                    <a:pt x="1676614" y="763815"/>
                  </a:lnTo>
                  <a:lnTo>
                    <a:pt x="1635366" y="781255"/>
                  </a:lnTo>
                  <a:lnTo>
                    <a:pt x="1591925" y="794085"/>
                  </a:lnTo>
                  <a:lnTo>
                    <a:pt x="1557496" y="800099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3624484" y="2815012"/>
            <a:ext cx="9340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80">
                <a:solidFill>
                  <a:srgbClr val="FF3131"/>
                </a:solidFill>
                <a:latin typeface="Dotum"/>
                <a:cs typeface="Dotum"/>
              </a:rPr>
              <a:t>After</a:t>
            </a:r>
            <a:endParaRPr sz="2800">
              <a:latin typeface="Dotum"/>
              <a:cs typeface="Dotum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445280" y="5522169"/>
            <a:ext cx="1723389" cy="1432560"/>
          </a:xfrm>
          <a:custGeom>
            <a:avLst/>
            <a:gdLst/>
            <a:ahLst/>
            <a:cxnLst/>
            <a:rect l="l" t="t" r="r" b="b"/>
            <a:pathLst>
              <a:path w="1723390" h="1432559">
                <a:moveTo>
                  <a:pt x="1008143" y="1431973"/>
                </a:moveTo>
                <a:lnTo>
                  <a:pt x="1008143" y="1073980"/>
                </a:lnTo>
                <a:lnTo>
                  <a:pt x="0" y="1073980"/>
                </a:lnTo>
                <a:lnTo>
                  <a:pt x="0" y="357993"/>
                </a:lnTo>
                <a:lnTo>
                  <a:pt x="1008143" y="357993"/>
                </a:lnTo>
                <a:lnTo>
                  <a:pt x="1008143" y="0"/>
                </a:lnTo>
                <a:lnTo>
                  <a:pt x="1722843" y="714699"/>
                </a:lnTo>
                <a:lnTo>
                  <a:pt x="1722843" y="717274"/>
                </a:lnTo>
                <a:lnTo>
                  <a:pt x="1008143" y="1431973"/>
                </a:lnTo>
                <a:close/>
              </a:path>
            </a:pathLst>
          </a:custGeom>
          <a:solidFill>
            <a:srgbClr val="3234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273" y="4203677"/>
            <a:ext cx="6743699" cy="3790949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9290379" y="3454646"/>
            <a:ext cx="8898890" cy="5757545"/>
            <a:chOff x="9290379" y="3454646"/>
            <a:chExt cx="8898890" cy="575754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0379" y="3454646"/>
              <a:ext cx="5915024" cy="33242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31114" y="5696930"/>
              <a:ext cx="6257924" cy="3514724"/>
            </a:xfrm>
            <a:prstGeom prst="rect">
              <a:avLst/>
            </a:prstGeom>
          </p:spPr>
        </p:pic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5"/>
              <a:t>PPT</a:t>
            </a:r>
            <a:r>
              <a:rPr dirty="0" spc="-350"/>
              <a:t> </a:t>
            </a:r>
            <a:r>
              <a:rPr dirty="0" spc="-409"/>
              <a:t>개선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07467" y="360412"/>
            <a:ext cx="53213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35">
                <a:solidFill>
                  <a:srgbClr val="3234AC"/>
                </a:solidFill>
                <a:latin typeface="Dotum"/>
                <a:cs typeface="Dotum"/>
              </a:rPr>
              <a:t>02</a:t>
            </a:r>
            <a:endParaRPr sz="33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08659" y="2107052"/>
            <a:ext cx="99218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35">
                <a:solidFill>
                  <a:srgbClr val="3234AC"/>
                </a:solidFill>
                <a:latin typeface="Dotum"/>
                <a:cs typeface="Dotum"/>
              </a:rPr>
              <a:t>Before</a:t>
            </a:r>
            <a:r>
              <a:rPr dirty="0" sz="3000" spc="-29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305">
                <a:solidFill>
                  <a:srgbClr val="3234AC"/>
                </a:solidFill>
                <a:latin typeface="Dotum"/>
                <a:cs typeface="Dotum"/>
              </a:rPr>
              <a:t>:</a:t>
            </a:r>
            <a:r>
              <a:rPr dirty="0" sz="3000" spc="-290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90">
                <a:solidFill>
                  <a:srgbClr val="3234AC"/>
                </a:solidFill>
                <a:latin typeface="Dotum"/>
                <a:cs typeface="Dotum"/>
              </a:rPr>
              <a:t>한</a:t>
            </a:r>
            <a:r>
              <a:rPr dirty="0" sz="3000" spc="-29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325">
                <a:solidFill>
                  <a:srgbClr val="3234AC"/>
                </a:solidFill>
                <a:latin typeface="Dotum"/>
                <a:cs typeface="Dotum"/>
              </a:rPr>
              <a:t>페이지에</a:t>
            </a:r>
            <a:r>
              <a:rPr dirty="0" sz="3000" spc="-290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425">
                <a:solidFill>
                  <a:srgbClr val="3234AC"/>
                </a:solidFill>
                <a:latin typeface="Dotum"/>
                <a:cs typeface="Dotum"/>
              </a:rPr>
              <a:t>설명</a:t>
            </a:r>
            <a:r>
              <a:rPr dirty="0" sz="3000" spc="-29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390">
                <a:solidFill>
                  <a:srgbClr val="3234AC"/>
                </a:solidFill>
                <a:latin typeface="Dotum"/>
                <a:cs typeface="Dotum"/>
              </a:rPr>
              <a:t>집중되어</a:t>
            </a:r>
            <a:r>
              <a:rPr dirty="0" sz="3000" spc="-290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260">
                <a:solidFill>
                  <a:srgbClr val="3234AC"/>
                </a:solidFill>
                <a:latin typeface="Dotum"/>
                <a:cs typeface="Dotum"/>
              </a:rPr>
              <a:t>영상</a:t>
            </a:r>
            <a:r>
              <a:rPr dirty="0" sz="3000" spc="-29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340">
                <a:solidFill>
                  <a:srgbClr val="3234AC"/>
                </a:solidFill>
                <a:latin typeface="Dotum"/>
                <a:cs typeface="Dotum"/>
              </a:rPr>
              <a:t>재생시</a:t>
            </a:r>
            <a:r>
              <a:rPr dirty="0" sz="3000" spc="-290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245">
                <a:solidFill>
                  <a:srgbClr val="3234AC"/>
                </a:solidFill>
                <a:latin typeface="Dotum"/>
                <a:cs typeface="Dotum"/>
              </a:rPr>
              <a:t>발언</a:t>
            </a:r>
            <a:r>
              <a:rPr dirty="0" sz="3000" spc="-290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245">
                <a:solidFill>
                  <a:srgbClr val="3234AC"/>
                </a:solidFill>
                <a:latin typeface="Dotum"/>
                <a:cs typeface="Dotum"/>
              </a:rPr>
              <a:t>공백</a:t>
            </a:r>
            <a:r>
              <a:rPr dirty="0" sz="3000" spc="-29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65">
                <a:solidFill>
                  <a:srgbClr val="3234AC"/>
                </a:solidFill>
                <a:latin typeface="Dotum"/>
                <a:cs typeface="Dotum"/>
              </a:rPr>
              <a:t>발생</a:t>
            </a:r>
            <a:endParaRPr sz="3000">
              <a:latin typeface="Dotum"/>
              <a:cs typeface="Dotum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736" y="3381621"/>
            <a:ext cx="8058149" cy="45338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8537" y="3381621"/>
            <a:ext cx="8058149" cy="45338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5"/>
              <a:t>PPT</a:t>
            </a:r>
            <a:r>
              <a:rPr dirty="0" spc="-350"/>
              <a:t> </a:t>
            </a:r>
            <a:r>
              <a:rPr dirty="0" spc="-409"/>
              <a:t>개선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7467" y="360412"/>
            <a:ext cx="53213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35">
                <a:solidFill>
                  <a:srgbClr val="3234AC"/>
                </a:solidFill>
                <a:latin typeface="Dotum"/>
                <a:cs typeface="Dotum"/>
              </a:rPr>
              <a:t>02</a:t>
            </a:r>
            <a:endParaRPr sz="33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443301"/>
            <a:ext cx="18288000" cy="843915"/>
          </a:xfrm>
          <a:custGeom>
            <a:avLst/>
            <a:gdLst/>
            <a:ahLst/>
            <a:cxnLst/>
            <a:rect l="l" t="t" r="r" b="b"/>
            <a:pathLst>
              <a:path w="18288000" h="843915">
                <a:moveTo>
                  <a:pt x="18287999" y="843698"/>
                </a:moveTo>
                <a:lnTo>
                  <a:pt x="0" y="84369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843698"/>
                </a:lnTo>
                <a:close/>
              </a:path>
            </a:pathLst>
          </a:custGeom>
          <a:solidFill>
            <a:srgbClr val="BDC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797823" y="1919632"/>
            <a:ext cx="16142969" cy="7337425"/>
            <a:chOff x="1797823" y="1919632"/>
            <a:chExt cx="16142969" cy="7337425"/>
          </a:xfrm>
        </p:grpSpPr>
        <p:sp>
          <p:nvSpPr>
            <p:cNvPr id="4" name="object 4"/>
            <p:cNvSpPr/>
            <p:nvPr/>
          </p:nvSpPr>
          <p:spPr>
            <a:xfrm>
              <a:off x="5258133" y="1957731"/>
              <a:ext cx="7771130" cy="805180"/>
            </a:xfrm>
            <a:custGeom>
              <a:avLst/>
              <a:gdLst/>
              <a:ahLst/>
              <a:cxnLst/>
              <a:rect l="l" t="t" r="r" b="b"/>
              <a:pathLst>
                <a:path w="7771130" h="805180">
                  <a:moveTo>
                    <a:pt x="7369348" y="804764"/>
                  </a:moveTo>
                  <a:lnTo>
                    <a:pt x="402382" y="804764"/>
                  </a:lnTo>
                  <a:lnTo>
                    <a:pt x="355456" y="802056"/>
                  </a:lnTo>
                  <a:lnTo>
                    <a:pt x="310119" y="794136"/>
                  </a:lnTo>
                  <a:lnTo>
                    <a:pt x="266675" y="781305"/>
                  </a:lnTo>
                  <a:lnTo>
                    <a:pt x="225424" y="763865"/>
                  </a:lnTo>
                  <a:lnTo>
                    <a:pt x="186669" y="742118"/>
                  </a:lnTo>
                  <a:lnTo>
                    <a:pt x="150712" y="716365"/>
                  </a:lnTo>
                  <a:lnTo>
                    <a:pt x="117855" y="686909"/>
                  </a:lnTo>
                  <a:lnTo>
                    <a:pt x="88398" y="654051"/>
                  </a:lnTo>
                  <a:lnTo>
                    <a:pt x="62646" y="618094"/>
                  </a:lnTo>
                  <a:lnTo>
                    <a:pt x="40898" y="579339"/>
                  </a:lnTo>
                  <a:lnTo>
                    <a:pt x="23458" y="538088"/>
                  </a:lnTo>
                  <a:lnTo>
                    <a:pt x="10627" y="494644"/>
                  </a:lnTo>
                  <a:lnTo>
                    <a:pt x="2707" y="449308"/>
                  </a:lnTo>
                  <a:lnTo>
                    <a:pt x="0" y="402382"/>
                  </a:lnTo>
                  <a:lnTo>
                    <a:pt x="2707" y="355455"/>
                  </a:lnTo>
                  <a:lnTo>
                    <a:pt x="10627" y="310119"/>
                  </a:lnTo>
                  <a:lnTo>
                    <a:pt x="23458" y="266675"/>
                  </a:lnTo>
                  <a:lnTo>
                    <a:pt x="40898" y="225424"/>
                  </a:lnTo>
                  <a:lnTo>
                    <a:pt x="62646" y="186669"/>
                  </a:lnTo>
                  <a:lnTo>
                    <a:pt x="88398" y="150712"/>
                  </a:lnTo>
                  <a:lnTo>
                    <a:pt x="117855" y="117854"/>
                  </a:lnTo>
                  <a:lnTo>
                    <a:pt x="150712" y="88398"/>
                  </a:lnTo>
                  <a:lnTo>
                    <a:pt x="186669" y="62646"/>
                  </a:lnTo>
                  <a:lnTo>
                    <a:pt x="225424" y="40898"/>
                  </a:lnTo>
                  <a:lnTo>
                    <a:pt x="266675" y="23458"/>
                  </a:lnTo>
                  <a:lnTo>
                    <a:pt x="310119" y="10627"/>
                  </a:lnTo>
                  <a:lnTo>
                    <a:pt x="355456" y="2707"/>
                  </a:lnTo>
                  <a:lnTo>
                    <a:pt x="402382" y="0"/>
                  </a:lnTo>
                  <a:lnTo>
                    <a:pt x="7369348" y="0"/>
                  </a:lnTo>
                  <a:lnTo>
                    <a:pt x="7416274" y="2707"/>
                  </a:lnTo>
                  <a:lnTo>
                    <a:pt x="7461611" y="10627"/>
                  </a:lnTo>
                  <a:lnTo>
                    <a:pt x="7505055" y="23458"/>
                  </a:lnTo>
                  <a:lnTo>
                    <a:pt x="7546306" y="40898"/>
                  </a:lnTo>
                  <a:lnTo>
                    <a:pt x="7585061" y="62646"/>
                  </a:lnTo>
                  <a:lnTo>
                    <a:pt x="7621018" y="88398"/>
                  </a:lnTo>
                  <a:lnTo>
                    <a:pt x="7653875" y="117854"/>
                  </a:lnTo>
                  <a:lnTo>
                    <a:pt x="7683332" y="150712"/>
                  </a:lnTo>
                  <a:lnTo>
                    <a:pt x="7709084" y="186669"/>
                  </a:lnTo>
                  <a:lnTo>
                    <a:pt x="7730832" y="225424"/>
                  </a:lnTo>
                  <a:lnTo>
                    <a:pt x="7748272" y="266675"/>
                  </a:lnTo>
                  <a:lnTo>
                    <a:pt x="7761103" y="310119"/>
                  </a:lnTo>
                  <a:lnTo>
                    <a:pt x="7769023" y="355455"/>
                  </a:lnTo>
                  <a:lnTo>
                    <a:pt x="7771003" y="389780"/>
                  </a:lnTo>
                  <a:lnTo>
                    <a:pt x="7771003" y="414983"/>
                  </a:lnTo>
                  <a:lnTo>
                    <a:pt x="7761103" y="494644"/>
                  </a:lnTo>
                  <a:lnTo>
                    <a:pt x="7748272" y="538088"/>
                  </a:lnTo>
                  <a:lnTo>
                    <a:pt x="7730832" y="579339"/>
                  </a:lnTo>
                  <a:lnTo>
                    <a:pt x="7709084" y="618094"/>
                  </a:lnTo>
                  <a:lnTo>
                    <a:pt x="7683332" y="654051"/>
                  </a:lnTo>
                  <a:lnTo>
                    <a:pt x="7653875" y="686909"/>
                  </a:lnTo>
                  <a:lnTo>
                    <a:pt x="7621018" y="716365"/>
                  </a:lnTo>
                  <a:lnTo>
                    <a:pt x="7585061" y="742118"/>
                  </a:lnTo>
                  <a:lnTo>
                    <a:pt x="7546306" y="763865"/>
                  </a:lnTo>
                  <a:lnTo>
                    <a:pt x="7505055" y="781305"/>
                  </a:lnTo>
                  <a:lnTo>
                    <a:pt x="7461611" y="794136"/>
                  </a:lnTo>
                  <a:lnTo>
                    <a:pt x="7416274" y="802056"/>
                  </a:lnTo>
                  <a:lnTo>
                    <a:pt x="7369348" y="8047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258340" y="1957732"/>
              <a:ext cx="7771765" cy="800100"/>
            </a:xfrm>
            <a:custGeom>
              <a:avLst/>
              <a:gdLst/>
              <a:ahLst/>
              <a:cxnLst/>
              <a:rect l="l" t="t" r="r" b="b"/>
              <a:pathLst>
                <a:path w="7771765" h="800100">
                  <a:moveTo>
                    <a:pt x="344519" y="800099"/>
                  </a:moveTo>
                  <a:lnTo>
                    <a:pt x="266658" y="781256"/>
                  </a:lnTo>
                  <a:lnTo>
                    <a:pt x="225410" y="763817"/>
                  </a:lnTo>
                  <a:lnTo>
                    <a:pt x="186657" y="742071"/>
                  </a:lnTo>
                  <a:lnTo>
                    <a:pt x="150703" y="716320"/>
                  </a:lnTo>
                  <a:lnTo>
                    <a:pt x="117847" y="686865"/>
                  </a:lnTo>
                  <a:lnTo>
                    <a:pt x="88393" y="654010"/>
                  </a:lnTo>
                  <a:lnTo>
                    <a:pt x="62642" y="618055"/>
                  </a:lnTo>
                  <a:lnTo>
                    <a:pt x="40895" y="579303"/>
                  </a:lnTo>
                  <a:lnTo>
                    <a:pt x="23456" y="538055"/>
                  </a:lnTo>
                  <a:lnTo>
                    <a:pt x="10626" y="494613"/>
                  </a:lnTo>
                  <a:lnTo>
                    <a:pt x="2706" y="449280"/>
                  </a:lnTo>
                  <a:lnTo>
                    <a:pt x="0" y="402356"/>
                  </a:lnTo>
                  <a:lnTo>
                    <a:pt x="2706" y="355433"/>
                  </a:lnTo>
                  <a:lnTo>
                    <a:pt x="10626" y="310100"/>
                  </a:lnTo>
                  <a:lnTo>
                    <a:pt x="23456" y="266658"/>
                  </a:lnTo>
                  <a:lnTo>
                    <a:pt x="40895" y="225410"/>
                  </a:lnTo>
                  <a:lnTo>
                    <a:pt x="62642" y="186658"/>
                  </a:lnTo>
                  <a:lnTo>
                    <a:pt x="88393" y="150703"/>
                  </a:lnTo>
                  <a:lnTo>
                    <a:pt x="117847" y="117847"/>
                  </a:lnTo>
                  <a:lnTo>
                    <a:pt x="150703" y="88393"/>
                  </a:lnTo>
                  <a:lnTo>
                    <a:pt x="186657" y="62642"/>
                  </a:lnTo>
                  <a:lnTo>
                    <a:pt x="225410" y="40896"/>
                  </a:lnTo>
                  <a:lnTo>
                    <a:pt x="266658" y="23456"/>
                  </a:lnTo>
                  <a:lnTo>
                    <a:pt x="310099" y="10626"/>
                  </a:lnTo>
                  <a:lnTo>
                    <a:pt x="355433" y="2706"/>
                  </a:lnTo>
                  <a:lnTo>
                    <a:pt x="402356" y="0"/>
                  </a:lnTo>
                  <a:lnTo>
                    <a:pt x="7368884" y="0"/>
                  </a:lnTo>
                  <a:lnTo>
                    <a:pt x="7415807" y="2706"/>
                  </a:lnTo>
                  <a:lnTo>
                    <a:pt x="7461141" y="10626"/>
                  </a:lnTo>
                  <a:lnTo>
                    <a:pt x="7504582" y="23456"/>
                  </a:lnTo>
                  <a:lnTo>
                    <a:pt x="7545830" y="40895"/>
                  </a:lnTo>
                  <a:lnTo>
                    <a:pt x="7584583" y="62641"/>
                  </a:lnTo>
                  <a:lnTo>
                    <a:pt x="7620538" y="88393"/>
                  </a:lnTo>
                  <a:lnTo>
                    <a:pt x="7653393" y="117847"/>
                  </a:lnTo>
                  <a:lnTo>
                    <a:pt x="7682848" y="150703"/>
                  </a:lnTo>
                  <a:lnTo>
                    <a:pt x="7708599" y="186658"/>
                  </a:lnTo>
                  <a:lnTo>
                    <a:pt x="7730345" y="225410"/>
                  </a:lnTo>
                  <a:lnTo>
                    <a:pt x="7747784" y="266658"/>
                  </a:lnTo>
                  <a:lnTo>
                    <a:pt x="7760614" y="310100"/>
                  </a:lnTo>
                  <a:lnTo>
                    <a:pt x="7768534" y="355433"/>
                  </a:lnTo>
                  <a:lnTo>
                    <a:pt x="7771241" y="402356"/>
                  </a:lnTo>
                  <a:lnTo>
                    <a:pt x="7768534" y="449279"/>
                  </a:lnTo>
                  <a:lnTo>
                    <a:pt x="7760614" y="494613"/>
                  </a:lnTo>
                  <a:lnTo>
                    <a:pt x="7747784" y="538055"/>
                  </a:lnTo>
                  <a:lnTo>
                    <a:pt x="7730345" y="579303"/>
                  </a:lnTo>
                  <a:lnTo>
                    <a:pt x="7708599" y="618055"/>
                  </a:lnTo>
                  <a:lnTo>
                    <a:pt x="7682848" y="654010"/>
                  </a:lnTo>
                  <a:lnTo>
                    <a:pt x="7653393" y="686866"/>
                  </a:lnTo>
                  <a:lnTo>
                    <a:pt x="7620538" y="716320"/>
                  </a:lnTo>
                  <a:lnTo>
                    <a:pt x="7584583" y="742071"/>
                  </a:lnTo>
                  <a:lnTo>
                    <a:pt x="7545830" y="763817"/>
                  </a:lnTo>
                  <a:lnTo>
                    <a:pt x="7504582" y="781256"/>
                  </a:lnTo>
                  <a:lnTo>
                    <a:pt x="7461141" y="794086"/>
                  </a:lnTo>
                  <a:lnTo>
                    <a:pt x="7426721" y="800099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33452" y="2949244"/>
              <a:ext cx="4962524" cy="27326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33452" y="4508886"/>
              <a:ext cx="4981574" cy="28003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280" y="6421403"/>
              <a:ext cx="4972049" cy="27717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30367" y="2949244"/>
              <a:ext cx="5010149" cy="2828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30367" y="4078453"/>
              <a:ext cx="4791074" cy="26860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70066" y="5492072"/>
              <a:ext cx="4933949" cy="27717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30367" y="6560884"/>
              <a:ext cx="4791074" cy="26955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74023" y="3198025"/>
              <a:ext cx="4905375" cy="5543550"/>
            </a:xfrm>
            <a:custGeom>
              <a:avLst/>
              <a:gdLst/>
              <a:ahLst/>
              <a:cxnLst/>
              <a:rect l="l" t="t" r="r" b="b"/>
              <a:pathLst>
                <a:path w="4905375" h="5543550">
                  <a:moveTo>
                    <a:pt x="4905375" y="5217151"/>
                  </a:moveTo>
                  <a:lnTo>
                    <a:pt x="4894679" y="5280189"/>
                  </a:lnTo>
                  <a:lnTo>
                    <a:pt x="4879164" y="5324855"/>
                  </a:lnTo>
                  <a:lnTo>
                    <a:pt x="4858192" y="5366650"/>
                  </a:lnTo>
                  <a:lnTo>
                    <a:pt x="4832318" y="5405253"/>
                  </a:lnTo>
                  <a:lnTo>
                    <a:pt x="4801708" y="5440027"/>
                  </a:lnTo>
                  <a:lnTo>
                    <a:pt x="4766948" y="5470622"/>
                  </a:lnTo>
                  <a:lnTo>
                    <a:pt x="4728345" y="5496497"/>
                  </a:lnTo>
                  <a:lnTo>
                    <a:pt x="4686550" y="5517469"/>
                  </a:lnTo>
                  <a:lnTo>
                    <a:pt x="4641885" y="5532983"/>
                  </a:lnTo>
                  <a:lnTo>
                    <a:pt x="4594788" y="5542732"/>
                  </a:lnTo>
                  <a:lnTo>
                    <a:pt x="4582509" y="5543434"/>
                  </a:lnTo>
                </a:path>
                <a:path w="4905375" h="5543550">
                  <a:moveTo>
                    <a:pt x="325218" y="5543528"/>
                  </a:moveTo>
                  <a:lnTo>
                    <a:pt x="265688" y="5533085"/>
                  </a:lnTo>
                  <a:lnTo>
                    <a:pt x="221012" y="5517559"/>
                  </a:lnTo>
                  <a:lnTo>
                    <a:pt x="179211" y="5496573"/>
                  </a:lnTo>
                  <a:lnTo>
                    <a:pt x="140715" y="5470560"/>
                  </a:lnTo>
                  <a:lnTo>
                    <a:pt x="105956" y="5439950"/>
                  </a:lnTo>
                  <a:lnTo>
                    <a:pt x="75364" y="5405177"/>
                  </a:lnTo>
                  <a:lnTo>
                    <a:pt x="49372" y="5366672"/>
                  </a:lnTo>
                  <a:lnTo>
                    <a:pt x="28410" y="5324867"/>
                  </a:lnTo>
                  <a:lnTo>
                    <a:pt x="12908" y="5280194"/>
                  </a:lnTo>
                  <a:lnTo>
                    <a:pt x="3297" y="5233085"/>
                  </a:lnTo>
                  <a:lnTo>
                    <a:pt x="1" y="5183971"/>
                  </a:lnTo>
                  <a:lnTo>
                    <a:pt x="0" y="361973"/>
                  </a:lnTo>
                  <a:lnTo>
                    <a:pt x="3301" y="312860"/>
                  </a:lnTo>
                  <a:lnTo>
                    <a:pt x="12924" y="265753"/>
                  </a:lnTo>
                  <a:lnTo>
                    <a:pt x="28436" y="221086"/>
                  </a:lnTo>
                  <a:lnTo>
                    <a:pt x="49407" y="179289"/>
                  </a:lnTo>
                  <a:lnTo>
                    <a:pt x="75406" y="140794"/>
                  </a:lnTo>
                  <a:lnTo>
                    <a:pt x="106000" y="106031"/>
                  </a:lnTo>
                  <a:lnTo>
                    <a:pt x="140760" y="75433"/>
                  </a:lnTo>
                  <a:lnTo>
                    <a:pt x="179254" y="49431"/>
                  </a:lnTo>
                  <a:lnTo>
                    <a:pt x="221050" y="28455"/>
                  </a:lnTo>
                  <a:lnTo>
                    <a:pt x="265718" y="12939"/>
                  </a:lnTo>
                  <a:lnTo>
                    <a:pt x="312826" y="3312"/>
                  </a:lnTo>
                  <a:lnTo>
                    <a:pt x="361941" y="7"/>
                  </a:lnTo>
                  <a:lnTo>
                    <a:pt x="4545669" y="0"/>
                  </a:lnTo>
                  <a:lnTo>
                    <a:pt x="4594790" y="3289"/>
                  </a:lnTo>
                  <a:lnTo>
                    <a:pt x="4641906" y="12902"/>
                  </a:lnTo>
                  <a:lnTo>
                    <a:pt x="4686585" y="28408"/>
                  </a:lnTo>
                  <a:lnTo>
                    <a:pt x="4728394" y="49375"/>
                  </a:lnTo>
                  <a:lnTo>
                    <a:pt x="4766903" y="75374"/>
                  </a:lnTo>
                  <a:lnTo>
                    <a:pt x="4801678" y="105972"/>
                  </a:lnTo>
                  <a:lnTo>
                    <a:pt x="4832288" y="140738"/>
                  </a:lnTo>
                  <a:lnTo>
                    <a:pt x="4858300" y="179241"/>
                  </a:lnTo>
                  <a:lnTo>
                    <a:pt x="4879282" y="221049"/>
                  </a:lnTo>
                  <a:lnTo>
                    <a:pt x="4894803" y="265730"/>
                  </a:lnTo>
                  <a:lnTo>
                    <a:pt x="4904430" y="312852"/>
                  </a:lnTo>
                  <a:lnTo>
                    <a:pt x="4905339" y="326906"/>
                  </a:lnTo>
                </a:path>
              </a:pathLst>
            </a:custGeom>
            <a:ln w="152399">
              <a:solidFill>
                <a:srgbClr val="4549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85403" y="3837761"/>
              <a:ext cx="567055" cy="4493895"/>
            </a:xfrm>
            <a:custGeom>
              <a:avLst/>
              <a:gdLst/>
              <a:ahLst/>
              <a:cxnLst/>
              <a:rect l="l" t="t" r="r" b="b"/>
              <a:pathLst>
                <a:path w="567055" h="4493895">
                  <a:moveTo>
                    <a:pt x="566801" y="4210202"/>
                  </a:moveTo>
                  <a:lnTo>
                    <a:pt x="563092" y="4164241"/>
                  </a:lnTo>
                  <a:lnTo>
                    <a:pt x="552348" y="4120629"/>
                  </a:lnTo>
                  <a:lnTo>
                    <a:pt x="535165" y="4079964"/>
                  </a:lnTo>
                  <a:lnTo>
                    <a:pt x="512114" y="4042829"/>
                  </a:lnTo>
                  <a:lnTo>
                    <a:pt x="483793" y="4009809"/>
                  </a:lnTo>
                  <a:lnTo>
                    <a:pt x="450773" y="3981488"/>
                  </a:lnTo>
                  <a:lnTo>
                    <a:pt x="413639" y="3958437"/>
                  </a:lnTo>
                  <a:lnTo>
                    <a:pt x="372973" y="3941254"/>
                  </a:lnTo>
                  <a:lnTo>
                    <a:pt x="329374" y="3930510"/>
                  </a:lnTo>
                  <a:lnTo>
                    <a:pt x="283400" y="3926802"/>
                  </a:lnTo>
                  <a:lnTo>
                    <a:pt x="237426" y="3930510"/>
                  </a:lnTo>
                  <a:lnTo>
                    <a:pt x="193827" y="3941254"/>
                  </a:lnTo>
                  <a:lnTo>
                    <a:pt x="153162" y="3958437"/>
                  </a:lnTo>
                  <a:lnTo>
                    <a:pt x="116027" y="3981488"/>
                  </a:lnTo>
                  <a:lnTo>
                    <a:pt x="83007" y="4009809"/>
                  </a:lnTo>
                  <a:lnTo>
                    <a:pt x="54673" y="4042829"/>
                  </a:lnTo>
                  <a:lnTo>
                    <a:pt x="31635" y="4079964"/>
                  </a:lnTo>
                  <a:lnTo>
                    <a:pt x="14439" y="4120629"/>
                  </a:lnTo>
                  <a:lnTo>
                    <a:pt x="3708" y="4164241"/>
                  </a:lnTo>
                  <a:lnTo>
                    <a:pt x="0" y="4210202"/>
                  </a:lnTo>
                  <a:lnTo>
                    <a:pt x="3708" y="4256176"/>
                  </a:lnTo>
                  <a:lnTo>
                    <a:pt x="14439" y="4299788"/>
                  </a:lnTo>
                  <a:lnTo>
                    <a:pt x="31635" y="4340441"/>
                  </a:lnTo>
                  <a:lnTo>
                    <a:pt x="54673" y="4377575"/>
                  </a:lnTo>
                  <a:lnTo>
                    <a:pt x="83007" y="4410608"/>
                  </a:lnTo>
                  <a:lnTo>
                    <a:pt x="116027" y="4438929"/>
                  </a:lnTo>
                  <a:lnTo>
                    <a:pt x="153162" y="4461980"/>
                  </a:lnTo>
                  <a:lnTo>
                    <a:pt x="193827" y="4479163"/>
                  </a:lnTo>
                  <a:lnTo>
                    <a:pt x="237426" y="4489894"/>
                  </a:lnTo>
                  <a:lnTo>
                    <a:pt x="283400" y="4493603"/>
                  </a:lnTo>
                  <a:lnTo>
                    <a:pt x="329374" y="4489894"/>
                  </a:lnTo>
                  <a:lnTo>
                    <a:pt x="372973" y="4479163"/>
                  </a:lnTo>
                  <a:lnTo>
                    <a:pt x="413639" y="4461980"/>
                  </a:lnTo>
                  <a:lnTo>
                    <a:pt x="450773" y="4438929"/>
                  </a:lnTo>
                  <a:lnTo>
                    <a:pt x="483793" y="4410608"/>
                  </a:lnTo>
                  <a:lnTo>
                    <a:pt x="512114" y="4377575"/>
                  </a:lnTo>
                  <a:lnTo>
                    <a:pt x="535165" y="4340441"/>
                  </a:lnTo>
                  <a:lnTo>
                    <a:pt x="552348" y="4299788"/>
                  </a:lnTo>
                  <a:lnTo>
                    <a:pt x="563092" y="4256176"/>
                  </a:lnTo>
                  <a:lnTo>
                    <a:pt x="566801" y="4210202"/>
                  </a:lnTo>
                  <a:close/>
                </a:path>
                <a:path w="567055" h="4493895">
                  <a:moveTo>
                    <a:pt x="566801" y="3538626"/>
                  </a:moveTo>
                  <a:lnTo>
                    <a:pt x="563092" y="3492665"/>
                  </a:lnTo>
                  <a:lnTo>
                    <a:pt x="552348" y="3449053"/>
                  </a:lnTo>
                  <a:lnTo>
                    <a:pt x="535165" y="3408388"/>
                  </a:lnTo>
                  <a:lnTo>
                    <a:pt x="512114" y="3371253"/>
                  </a:lnTo>
                  <a:lnTo>
                    <a:pt x="483793" y="3338233"/>
                  </a:lnTo>
                  <a:lnTo>
                    <a:pt x="450773" y="3309912"/>
                  </a:lnTo>
                  <a:lnTo>
                    <a:pt x="413639" y="3286861"/>
                  </a:lnTo>
                  <a:lnTo>
                    <a:pt x="372973" y="3269678"/>
                  </a:lnTo>
                  <a:lnTo>
                    <a:pt x="329374" y="3258934"/>
                  </a:lnTo>
                  <a:lnTo>
                    <a:pt x="283400" y="3255226"/>
                  </a:lnTo>
                  <a:lnTo>
                    <a:pt x="237426" y="3258934"/>
                  </a:lnTo>
                  <a:lnTo>
                    <a:pt x="193827" y="3269678"/>
                  </a:lnTo>
                  <a:lnTo>
                    <a:pt x="153162" y="3286861"/>
                  </a:lnTo>
                  <a:lnTo>
                    <a:pt x="116027" y="3309912"/>
                  </a:lnTo>
                  <a:lnTo>
                    <a:pt x="83007" y="3338233"/>
                  </a:lnTo>
                  <a:lnTo>
                    <a:pt x="54673" y="3371253"/>
                  </a:lnTo>
                  <a:lnTo>
                    <a:pt x="31635" y="3408388"/>
                  </a:lnTo>
                  <a:lnTo>
                    <a:pt x="14439" y="3449053"/>
                  </a:lnTo>
                  <a:lnTo>
                    <a:pt x="3708" y="3492665"/>
                  </a:lnTo>
                  <a:lnTo>
                    <a:pt x="0" y="3538626"/>
                  </a:lnTo>
                  <a:lnTo>
                    <a:pt x="3708" y="3584600"/>
                  </a:lnTo>
                  <a:lnTo>
                    <a:pt x="14439" y="3628199"/>
                  </a:lnTo>
                  <a:lnTo>
                    <a:pt x="31635" y="3668865"/>
                  </a:lnTo>
                  <a:lnTo>
                    <a:pt x="54673" y="3705999"/>
                  </a:lnTo>
                  <a:lnTo>
                    <a:pt x="83007" y="3739019"/>
                  </a:lnTo>
                  <a:lnTo>
                    <a:pt x="116027" y="3767353"/>
                  </a:lnTo>
                  <a:lnTo>
                    <a:pt x="153162" y="3790404"/>
                  </a:lnTo>
                  <a:lnTo>
                    <a:pt x="193827" y="3807587"/>
                  </a:lnTo>
                  <a:lnTo>
                    <a:pt x="237426" y="3818318"/>
                  </a:lnTo>
                  <a:lnTo>
                    <a:pt x="283400" y="3822027"/>
                  </a:lnTo>
                  <a:lnTo>
                    <a:pt x="329374" y="3818318"/>
                  </a:lnTo>
                  <a:lnTo>
                    <a:pt x="372973" y="3807587"/>
                  </a:lnTo>
                  <a:lnTo>
                    <a:pt x="413639" y="3790404"/>
                  </a:lnTo>
                  <a:lnTo>
                    <a:pt x="450773" y="3767353"/>
                  </a:lnTo>
                  <a:lnTo>
                    <a:pt x="483793" y="3739019"/>
                  </a:lnTo>
                  <a:lnTo>
                    <a:pt x="512114" y="3705999"/>
                  </a:lnTo>
                  <a:lnTo>
                    <a:pt x="535165" y="3668865"/>
                  </a:lnTo>
                  <a:lnTo>
                    <a:pt x="552348" y="3628199"/>
                  </a:lnTo>
                  <a:lnTo>
                    <a:pt x="563092" y="3584600"/>
                  </a:lnTo>
                  <a:lnTo>
                    <a:pt x="566801" y="3538626"/>
                  </a:lnTo>
                  <a:close/>
                </a:path>
                <a:path w="567055" h="4493895">
                  <a:moveTo>
                    <a:pt x="566801" y="2867050"/>
                  </a:moveTo>
                  <a:lnTo>
                    <a:pt x="563092" y="2821076"/>
                  </a:lnTo>
                  <a:lnTo>
                    <a:pt x="552348" y="2777477"/>
                  </a:lnTo>
                  <a:lnTo>
                    <a:pt x="535165" y="2736812"/>
                  </a:lnTo>
                  <a:lnTo>
                    <a:pt x="512114" y="2699677"/>
                  </a:lnTo>
                  <a:lnTo>
                    <a:pt x="483793" y="2666657"/>
                  </a:lnTo>
                  <a:lnTo>
                    <a:pt x="450773" y="2638323"/>
                  </a:lnTo>
                  <a:lnTo>
                    <a:pt x="413639" y="2615285"/>
                  </a:lnTo>
                  <a:lnTo>
                    <a:pt x="372973" y="2598102"/>
                  </a:lnTo>
                  <a:lnTo>
                    <a:pt x="329374" y="2587358"/>
                  </a:lnTo>
                  <a:lnTo>
                    <a:pt x="283400" y="2583650"/>
                  </a:lnTo>
                  <a:lnTo>
                    <a:pt x="237426" y="2587358"/>
                  </a:lnTo>
                  <a:lnTo>
                    <a:pt x="193827" y="2598102"/>
                  </a:lnTo>
                  <a:lnTo>
                    <a:pt x="153162" y="2615285"/>
                  </a:lnTo>
                  <a:lnTo>
                    <a:pt x="116027" y="2638323"/>
                  </a:lnTo>
                  <a:lnTo>
                    <a:pt x="83007" y="2666657"/>
                  </a:lnTo>
                  <a:lnTo>
                    <a:pt x="54673" y="2699677"/>
                  </a:lnTo>
                  <a:lnTo>
                    <a:pt x="31635" y="2736812"/>
                  </a:lnTo>
                  <a:lnTo>
                    <a:pt x="14439" y="2777477"/>
                  </a:lnTo>
                  <a:lnTo>
                    <a:pt x="3708" y="2821076"/>
                  </a:lnTo>
                  <a:lnTo>
                    <a:pt x="0" y="2867050"/>
                  </a:lnTo>
                  <a:lnTo>
                    <a:pt x="3708" y="2913024"/>
                  </a:lnTo>
                  <a:lnTo>
                    <a:pt x="14439" y="2956623"/>
                  </a:lnTo>
                  <a:lnTo>
                    <a:pt x="31635" y="2997289"/>
                  </a:lnTo>
                  <a:lnTo>
                    <a:pt x="54673" y="3034423"/>
                  </a:lnTo>
                  <a:lnTo>
                    <a:pt x="83007" y="3067443"/>
                  </a:lnTo>
                  <a:lnTo>
                    <a:pt x="116027" y="3095777"/>
                  </a:lnTo>
                  <a:lnTo>
                    <a:pt x="153162" y="3118815"/>
                  </a:lnTo>
                  <a:lnTo>
                    <a:pt x="193827" y="3135998"/>
                  </a:lnTo>
                  <a:lnTo>
                    <a:pt x="237426" y="3146742"/>
                  </a:lnTo>
                  <a:lnTo>
                    <a:pt x="283400" y="3150451"/>
                  </a:lnTo>
                  <a:lnTo>
                    <a:pt x="329374" y="3146742"/>
                  </a:lnTo>
                  <a:lnTo>
                    <a:pt x="372973" y="3135998"/>
                  </a:lnTo>
                  <a:lnTo>
                    <a:pt x="413639" y="3118815"/>
                  </a:lnTo>
                  <a:lnTo>
                    <a:pt x="450773" y="3095777"/>
                  </a:lnTo>
                  <a:lnTo>
                    <a:pt x="483793" y="3067443"/>
                  </a:lnTo>
                  <a:lnTo>
                    <a:pt x="512114" y="3034423"/>
                  </a:lnTo>
                  <a:lnTo>
                    <a:pt x="535165" y="2997289"/>
                  </a:lnTo>
                  <a:lnTo>
                    <a:pt x="552348" y="2956623"/>
                  </a:lnTo>
                  <a:lnTo>
                    <a:pt x="563092" y="2913024"/>
                  </a:lnTo>
                  <a:lnTo>
                    <a:pt x="566801" y="2867050"/>
                  </a:lnTo>
                  <a:close/>
                </a:path>
                <a:path w="567055" h="4493895">
                  <a:moveTo>
                    <a:pt x="566801" y="2204999"/>
                  </a:moveTo>
                  <a:lnTo>
                    <a:pt x="563092" y="2159025"/>
                  </a:lnTo>
                  <a:lnTo>
                    <a:pt x="552348" y="2115413"/>
                  </a:lnTo>
                  <a:lnTo>
                    <a:pt x="535165" y="2074760"/>
                  </a:lnTo>
                  <a:lnTo>
                    <a:pt x="512114" y="2037626"/>
                  </a:lnTo>
                  <a:lnTo>
                    <a:pt x="483793" y="2004606"/>
                  </a:lnTo>
                  <a:lnTo>
                    <a:pt x="450773" y="1976272"/>
                  </a:lnTo>
                  <a:lnTo>
                    <a:pt x="413639" y="1953221"/>
                  </a:lnTo>
                  <a:lnTo>
                    <a:pt x="372973" y="1936038"/>
                  </a:lnTo>
                  <a:lnTo>
                    <a:pt x="329374" y="1925307"/>
                  </a:lnTo>
                  <a:lnTo>
                    <a:pt x="283400" y="1921598"/>
                  </a:lnTo>
                  <a:lnTo>
                    <a:pt x="237426" y="1925307"/>
                  </a:lnTo>
                  <a:lnTo>
                    <a:pt x="193827" y="1936038"/>
                  </a:lnTo>
                  <a:lnTo>
                    <a:pt x="153162" y="1953221"/>
                  </a:lnTo>
                  <a:lnTo>
                    <a:pt x="116027" y="1976272"/>
                  </a:lnTo>
                  <a:lnTo>
                    <a:pt x="83007" y="2004606"/>
                  </a:lnTo>
                  <a:lnTo>
                    <a:pt x="54673" y="2037626"/>
                  </a:lnTo>
                  <a:lnTo>
                    <a:pt x="31635" y="2074760"/>
                  </a:lnTo>
                  <a:lnTo>
                    <a:pt x="14439" y="2115413"/>
                  </a:lnTo>
                  <a:lnTo>
                    <a:pt x="3708" y="2159025"/>
                  </a:lnTo>
                  <a:lnTo>
                    <a:pt x="0" y="2204999"/>
                  </a:lnTo>
                  <a:lnTo>
                    <a:pt x="3708" y="2250960"/>
                  </a:lnTo>
                  <a:lnTo>
                    <a:pt x="14439" y="2294572"/>
                  </a:lnTo>
                  <a:lnTo>
                    <a:pt x="31635" y="2335238"/>
                  </a:lnTo>
                  <a:lnTo>
                    <a:pt x="54673" y="2372372"/>
                  </a:lnTo>
                  <a:lnTo>
                    <a:pt x="83007" y="2405392"/>
                  </a:lnTo>
                  <a:lnTo>
                    <a:pt x="116027" y="2433713"/>
                  </a:lnTo>
                  <a:lnTo>
                    <a:pt x="153162" y="2456764"/>
                  </a:lnTo>
                  <a:lnTo>
                    <a:pt x="193827" y="2473947"/>
                  </a:lnTo>
                  <a:lnTo>
                    <a:pt x="237426" y="2484691"/>
                  </a:lnTo>
                  <a:lnTo>
                    <a:pt x="283400" y="2488400"/>
                  </a:lnTo>
                  <a:lnTo>
                    <a:pt x="329374" y="2484691"/>
                  </a:lnTo>
                  <a:lnTo>
                    <a:pt x="372973" y="2473947"/>
                  </a:lnTo>
                  <a:lnTo>
                    <a:pt x="413639" y="2456764"/>
                  </a:lnTo>
                  <a:lnTo>
                    <a:pt x="450773" y="2433713"/>
                  </a:lnTo>
                  <a:lnTo>
                    <a:pt x="483793" y="2405392"/>
                  </a:lnTo>
                  <a:lnTo>
                    <a:pt x="512114" y="2372372"/>
                  </a:lnTo>
                  <a:lnTo>
                    <a:pt x="535165" y="2335238"/>
                  </a:lnTo>
                  <a:lnTo>
                    <a:pt x="552348" y="2294572"/>
                  </a:lnTo>
                  <a:lnTo>
                    <a:pt x="563092" y="2250960"/>
                  </a:lnTo>
                  <a:lnTo>
                    <a:pt x="566801" y="2204999"/>
                  </a:lnTo>
                  <a:close/>
                </a:path>
                <a:path w="567055" h="4493895">
                  <a:moveTo>
                    <a:pt x="566801" y="954532"/>
                  </a:moveTo>
                  <a:lnTo>
                    <a:pt x="563092" y="908558"/>
                  </a:lnTo>
                  <a:lnTo>
                    <a:pt x="552348" y="864958"/>
                  </a:lnTo>
                  <a:lnTo>
                    <a:pt x="535165" y="824293"/>
                  </a:lnTo>
                  <a:lnTo>
                    <a:pt x="512114" y="787158"/>
                  </a:lnTo>
                  <a:lnTo>
                    <a:pt x="483793" y="754138"/>
                  </a:lnTo>
                  <a:lnTo>
                    <a:pt x="450773" y="725805"/>
                  </a:lnTo>
                  <a:lnTo>
                    <a:pt x="413639" y="702767"/>
                  </a:lnTo>
                  <a:lnTo>
                    <a:pt x="372973" y="685584"/>
                  </a:lnTo>
                  <a:lnTo>
                    <a:pt x="329374" y="674839"/>
                  </a:lnTo>
                  <a:lnTo>
                    <a:pt x="283400" y="671131"/>
                  </a:lnTo>
                  <a:lnTo>
                    <a:pt x="237426" y="674839"/>
                  </a:lnTo>
                  <a:lnTo>
                    <a:pt x="193827" y="685584"/>
                  </a:lnTo>
                  <a:lnTo>
                    <a:pt x="153162" y="702767"/>
                  </a:lnTo>
                  <a:lnTo>
                    <a:pt x="116027" y="725805"/>
                  </a:lnTo>
                  <a:lnTo>
                    <a:pt x="83007" y="754138"/>
                  </a:lnTo>
                  <a:lnTo>
                    <a:pt x="54673" y="787158"/>
                  </a:lnTo>
                  <a:lnTo>
                    <a:pt x="31635" y="824293"/>
                  </a:lnTo>
                  <a:lnTo>
                    <a:pt x="14439" y="864958"/>
                  </a:lnTo>
                  <a:lnTo>
                    <a:pt x="3708" y="908558"/>
                  </a:lnTo>
                  <a:lnTo>
                    <a:pt x="0" y="954532"/>
                  </a:lnTo>
                  <a:lnTo>
                    <a:pt x="3708" y="1000506"/>
                  </a:lnTo>
                  <a:lnTo>
                    <a:pt x="14439" y="1044105"/>
                  </a:lnTo>
                  <a:lnTo>
                    <a:pt x="31635" y="1084770"/>
                  </a:lnTo>
                  <a:lnTo>
                    <a:pt x="54673" y="1121905"/>
                  </a:lnTo>
                  <a:lnTo>
                    <a:pt x="83007" y="1154925"/>
                  </a:lnTo>
                  <a:lnTo>
                    <a:pt x="116027" y="1183259"/>
                  </a:lnTo>
                  <a:lnTo>
                    <a:pt x="153162" y="1206296"/>
                  </a:lnTo>
                  <a:lnTo>
                    <a:pt x="193827" y="1223492"/>
                  </a:lnTo>
                  <a:lnTo>
                    <a:pt x="237426" y="1234224"/>
                  </a:lnTo>
                  <a:lnTo>
                    <a:pt x="283400" y="1237932"/>
                  </a:lnTo>
                  <a:lnTo>
                    <a:pt x="329374" y="1234224"/>
                  </a:lnTo>
                  <a:lnTo>
                    <a:pt x="372973" y="1223492"/>
                  </a:lnTo>
                  <a:lnTo>
                    <a:pt x="413639" y="1206296"/>
                  </a:lnTo>
                  <a:lnTo>
                    <a:pt x="450773" y="1183259"/>
                  </a:lnTo>
                  <a:lnTo>
                    <a:pt x="483793" y="1154925"/>
                  </a:lnTo>
                  <a:lnTo>
                    <a:pt x="512114" y="1121905"/>
                  </a:lnTo>
                  <a:lnTo>
                    <a:pt x="535165" y="1084770"/>
                  </a:lnTo>
                  <a:lnTo>
                    <a:pt x="552348" y="1044105"/>
                  </a:lnTo>
                  <a:lnTo>
                    <a:pt x="563092" y="1000506"/>
                  </a:lnTo>
                  <a:lnTo>
                    <a:pt x="566801" y="954532"/>
                  </a:lnTo>
                  <a:close/>
                </a:path>
                <a:path w="567055" h="4493895">
                  <a:moveTo>
                    <a:pt x="566801" y="283400"/>
                  </a:moveTo>
                  <a:lnTo>
                    <a:pt x="563092" y="237426"/>
                  </a:lnTo>
                  <a:lnTo>
                    <a:pt x="552348" y="193827"/>
                  </a:lnTo>
                  <a:lnTo>
                    <a:pt x="535165" y="153162"/>
                  </a:lnTo>
                  <a:lnTo>
                    <a:pt x="512114" y="116027"/>
                  </a:lnTo>
                  <a:lnTo>
                    <a:pt x="483793" y="83007"/>
                  </a:lnTo>
                  <a:lnTo>
                    <a:pt x="450773" y="54686"/>
                  </a:lnTo>
                  <a:lnTo>
                    <a:pt x="413639" y="31635"/>
                  </a:lnTo>
                  <a:lnTo>
                    <a:pt x="372973" y="14452"/>
                  </a:lnTo>
                  <a:lnTo>
                    <a:pt x="329374" y="3708"/>
                  </a:lnTo>
                  <a:lnTo>
                    <a:pt x="283400" y="0"/>
                  </a:lnTo>
                  <a:lnTo>
                    <a:pt x="237426" y="3708"/>
                  </a:lnTo>
                  <a:lnTo>
                    <a:pt x="193827" y="14452"/>
                  </a:lnTo>
                  <a:lnTo>
                    <a:pt x="153162" y="31635"/>
                  </a:lnTo>
                  <a:lnTo>
                    <a:pt x="116027" y="54686"/>
                  </a:lnTo>
                  <a:lnTo>
                    <a:pt x="83007" y="83007"/>
                  </a:lnTo>
                  <a:lnTo>
                    <a:pt x="54673" y="116027"/>
                  </a:lnTo>
                  <a:lnTo>
                    <a:pt x="31635" y="153162"/>
                  </a:lnTo>
                  <a:lnTo>
                    <a:pt x="14439" y="193827"/>
                  </a:lnTo>
                  <a:lnTo>
                    <a:pt x="3708" y="237426"/>
                  </a:lnTo>
                  <a:lnTo>
                    <a:pt x="0" y="283400"/>
                  </a:lnTo>
                  <a:lnTo>
                    <a:pt x="3708" y="329374"/>
                  </a:lnTo>
                  <a:lnTo>
                    <a:pt x="14439" y="372973"/>
                  </a:lnTo>
                  <a:lnTo>
                    <a:pt x="31635" y="413639"/>
                  </a:lnTo>
                  <a:lnTo>
                    <a:pt x="54673" y="450773"/>
                  </a:lnTo>
                  <a:lnTo>
                    <a:pt x="83007" y="483793"/>
                  </a:lnTo>
                  <a:lnTo>
                    <a:pt x="116027" y="512127"/>
                  </a:lnTo>
                  <a:lnTo>
                    <a:pt x="153162" y="535165"/>
                  </a:lnTo>
                  <a:lnTo>
                    <a:pt x="193827" y="552361"/>
                  </a:lnTo>
                  <a:lnTo>
                    <a:pt x="237426" y="563092"/>
                  </a:lnTo>
                  <a:lnTo>
                    <a:pt x="283400" y="566801"/>
                  </a:lnTo>
                  <a:lnTo>
                    <a:pt x="329374" y="563092"/>
                  </a:lnTo>
                  <a:lnTo>
                    <a:pt x="372973" y="552361"/>
                  </a:lnTo>
                  <a:lnTo>
                    <a:pt x="413639" y="535165"/>
                  </a:lnTo>
                  <a:lnTo>
                    <a:pt x="450773" y="512127"/>
                  </a:lnTo>
                  <a:lnTo>
                    <a:pt x="483793" y="483793"/>
                  </a:lnTo>
                  <a:lnTo>
                    <a:pt x="512114" y="450773"/>
                  </a:lnTo>
                  <a:lnTo>
                    <a:pt x="535165" y="413639"/>
                  </a:lnTo>
                  <a:lnTo>
                    <a:pt x="552348" y="372973"/>
                  </a:lnTo>
                  <a:lnTo>
                    <a:pt x="563092" y="329374"/>
                  </a:lnTo>
                  <a:lnTo>
                    <a:pt x="566801" y="283400"/>
                  </a:lnTo>
                  <a:close/>
                </a:path>
              </a:pathLst>
            </a:custGeom>
            <a:solidFill>
              <a:srgbClr val="4549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92220" y="2808283"/>
              <a:ext cx="1779270" cy="882015"/>
            </a:xfrm>
            <a:custGeom>
              <a:avLst/>
              <a:gdLst/>
              <a:ahLst/>
              <a:cxnLst/>
              <a:rect l="l" t="t" r="r" b="b"/>
              <a:pathLst>
                <a:path w="1779270" h="882014">
                  <a:moveTo>
                    <a:pt x="1436182" y="881717"/>
                  </a:moveTo>
                  <a:lnTo>
                    <a:pt x="342899" y="881717"/>
                  </a:lnTo>
                  <a:lnTo>
                    <a:pt x="288934" y="877445"/>
                  </a:lnTo>
                  <a:lnTo>
                    <a:pt x="236784" y="864885"/>
                  </a:lnTo>
                  <a:lnTo>
                    <a:pt x="187370" y="844417"/>
                  </a:lnTo>
                  <a:lnTo>
                    <a:pt x="141612" y="816423"/>
                  </a:lnTo>
                  <a:lnTo>
                    <a:pt x="100432" y="781284"/>
                  </a:lnTo>
                  <a:lnTo>
                    <a:pt x="65294" y="740104"/>
                  </a:lnTo>
                  <a:lnTo>
                    <a:pt x="37300" y="694347"/>
                  </a:lnTo>
                  <a:lnTo>
                    <a:pt x="16832" y="644932"/>
                  </a:lnTo>
                  <a:lnTo>
                    <a:pt x="4271" y="592782"/>
                  </a:lnTo>
                  <a:lnTo>
                    <a:pt x="0" y="538817"/>
                  </a:lnTo>
                  <a:lnTo>
                    <a:pt x="0" y="342899"/>
                  </a:lnTo>
                  <a:lnTo>
                    <a:pt x="4271" y="288934"/>
                  </a:lnTo>
                  <a:lnTo>
                    <a:pt x="16832" y="236784"/>
                  </a:lnTo>
                  <a:lnTo>
                    <a:pt x="37300" y="187370"/>
                  </a:lnTo>
                  <a:lnTo>
                    <a:pt x="65294" y="141612"/>
                  </a:lnTo>
                  <a:lnTo>
                    <a:pt x="100432" y="100433"/>
                  </a:lnTo>
                  <a:lnTo>
                    <a:pt x="141612" y="65294"/>
                  </a:lnTo>
                  <a:lnTo>
                    <a:pt x="187370" y="37300"/>
                  </a:lnTo>
                  <a:lnTo>
                    <a:pt x="236784" y="16832"/>
                  </a:lnTo>
                  <a:lnTo>
                    <a:pt x="288934" y="4271"/>
                  </a:lnTo>
                  <a:lnTo>
                    <a:pt x="342899" y="0"/>
                  </a:lnTo>
                  <a:lnTo>
                    <a:pt x="1436182" y="0"/>
                  </a:lnTo>
                  <a:lnTo>
                    <a:pt x="1490147" y="4271"/>
                  </a:lnTo>
                  <a:lnTo>
                    <a:pt x="1542297" y="16832"/>
                  </a:lnTo>
                  <a:lnTo>
                    <a:pt x="1591711" y="37300"/>
                  </a:lnTo>
                  <a:lnTo>
                    <a:pt x="1637469" y="65294"/>
                  </a:lnTo>
                  <a:lnTo>
                    <a:pt x="1678648" y="100433"/>
                  </a:lnTo>
                  <a:lnTo>
                    <a:pt x="1713787" y="141612"/>
                  </a:lnTo>
                  <a:lnTo>
                    <a:pt x="1741781" y="187370"/>
                  </a:lnTo>
                  <a:lnTo>
                    <a:pt x="1762250" y="236784"/>
                  </a:lnTo>
                  <a:lnTo>
                    <a:pt x="1774810" y="288934"/>
                  </a:lnTo>
                  <a:lnTo>
                    <a:pt x="1779082" y="342899"/>
                  </a:lnTo>
                  <a:lnTo>
                    <a:pt x="1779082" y="538817"/>
                  </a:lnTo>
                  <a:lnTo>
                    <a:pt x="1774810" y="592782"/>
                  </a:lnTo>
                  <a:lnTo>
                    <a:pt x="1762250" y="644932"/>
                  </a:lnTo>
                  <a:lnTo>
                    <a:pt x="1741781" y="694347"/>
                  </a:lnTo>
                  <a:lnTo>
                    <a:pt x="1713787" y="740104"/>
                  </a:lnTo>
                  <a:lnTo>
                    <a:pt x="1678648" y="781284"/>
                  </a:lnTo>
                  <a:lnTo>
                    <a:pt x="1637469" y="816423"/>
                  </a:lnTo>
                  <a:lnTo>
                    <a:pt x="1591711" y="844417"/>
                  </a:lnTo>
                  <a:lnTo>
                    <a:pt x="1542297" y="864885"/>
                  </a:lnTo>
                  <a:lnTo>
                    <a:pt x="1490147" y="877445"/>
                  </a:lnTo>
                  <a:lnTo>
                    <a:pt x="1436182" y="8817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92219" y="2808287"/>
              <a:ext cx="1779270" cy="882015"/>
            </a:xfrm>
            <a:custGeom>
              <a:avLst/>
              <a:gdLst/>
              <a:ahLst/>
              <a:cxnLst/>
              <a:rect l="l" t="t" r="r" b="b"/>
              <a:pathLst>
                <a:path w="1779270" h="882014">
                  <a:moveTo>
                    <a:pt x="342873" y="0"/>
                  </a:moveTo>
                  <a:lnTo>
                    <a:pt x="1436069" y="0"/>
                  </a:lnTo>
                  <a:lnTo>
                    <a:pt x="1490030" y="4271"/>
                  </a:lnTo>
                  <a:lnTo>
                    <a:pt x="1542176" y="16830"/>
                  </a:lnTo>
                  <a:lnTo>
                    <a:pt x="1591586" y="37297"/>
                  </a:lnTo>
                  <a:lnTo>
                    <a:pt x="1637340" y="65289"/>
                  </a:lnTo>
                  <a:lnTo>
                    <a:pt x="1678517" y="100425"/>
                  </a:lnTo>
                  <a:lnTo>
                    <a:pt x="1713653" y="141601"/>
                  </a:lnTo>
                  <a:lnTo>
                    <a:pt x="1741645" y="187355"/>
                  </a:lnTo>
                  <a:lnTo>
                    <a:pt x="1762111" y="236765"/>
                  </a:lnTo>
                  <a:lnTo>
                    <a:pt x="1774671" y="288912"/>
                  </a:lnTo>
                  <a:lnTo>
                    <a:pt x="1778942" y="342873"/>
                  </a:lnTo>
                  <a:lnTo>
                    <a:pt x="1778942" y="538775"/>
                  </a:lnTo>
                  <a:lnTo>
                    <a:pt x="1774671" y="592736"/>
                  </a:lnTo>
                  <a:lnTo>
                    <a:pt x="1762111" y="644882"/>
                  </a:lnTo>
                  <a:lnTo>
                    <a:pt x="1741645" y="694292"/>
                  </a:lnTo>
                  <a:lnTo>
                    <a:pt x="1713653" y="740046"/>
                  </a:lnTo>
                  <a:lnTo>
                    <a:pt x="1678517" y="781223"/>
                  </a:lnTo>
                  <a:lnTo>
                    <a:pt x="1637340" y="816359"/>
                  </a:lnTo>
                  <a:lnTo>
                    <a:pt x="1591586" y="844350"/>
                  </a:lnTo>
                  <a:lnTo>
                    <a:pt x="1542176" y="864817"/>
                  </a:lnTo>
                  <a:lnTo>
                    <a:pt x="1490030" y="877376"/>
                  </a:lnTo>
                  <a:lnTo>
                    <a:pt x="1436069" y="881648"/>
                  </a:lnTo>
                  <a:lnTo>
                    <a:pt x="342873" y="881648"/>
                  </a:lnTo>
                  <a:lnTo>
                    <a:pt x="288912" y="877376"/>
                  </a:lnTo>
                  <a:lnTo>
                    <a:pt x="236765" y="864817"/>
                  </a:lnTo>
                  <a:lnTo>
                    <a:pt x="187355" y="844350"/>
                  </a:lnTo>
                  <a:lnTo>
                    <a:pt x="141601" y="816358"/>
                  </a:lnTo>
                  <a:lnTo>
                    <a:pt x="100425" y="781223"/>
                  </a:lnTo>
                  <a:lnTo>
                    <a:pt x="65289" y="740046"/>
                  </a:lnTo>
                  <a:lnTo>
                    <a:pt x="37297" y="694292"/>
                  </a:lnTo>
                  <a:lnTo>
                    <a:pt x="16830" y="644882"/>
                  </a:lnTo>
                  <a:lnTo>
                    <a:pt x="4271" y="592736"/>
                  </a:lnTo>
                  <a:lnTo>
                    <a:pt x="0" y="538775"/>
                  </a:lnTo>
                  <a:lnTo>
                    <a:pt x="0" y="342873"/>
                  </a:lnTo>
                  <a:lnTo>
                    <a:pt x="4271" y="288912"/>
                  </a:lnTo>
                  <a:lnTo>
                    <a:pt x="16830" y="236765"/>
                  </a:lnTo>
                  <a:lnTo>
                    <a:pt x="37297" y="187355"/>
                  </a:lnTo>
                  <a:lnTo>
                    <a:pt x="65289" y="141601"/>
                  </a:lnTo>
                  <a:lnTo>
                    <a:pt x="100425" y="100425"/>
                  </a:lnTo>
                  <a:lnTo>
                    <a:pt x="141601" y="65289"/>
                  </a:lnTo>
                  <a:lnTo>
                    <a:pt x="187355" y="37297"/>
                  </a:lnTo>
                  <a:lnTo>
                    <a:pt x="236765" y="16830"/>
                  </a:lnTo>
                  <a:lnTo>
                    <a:pt x="288912" y="4271"/>
                  </a:lnTo>
                  <a:lnTo>
                    <a:pt x="342873" y="0"/>
                  </a:lnTo>
                </a:path>
              </a:pathLst>
            </a:custGeom>
            <a:ln w="152399">
              <a:solidFill>
                <a:srgbClr val="4549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60750">
              <a:lnSpc>
                <a:spcPct val="100000"/>
              </a:lnSpc>
              <a:spcBef>
                <a:spcPts val="100"/>
              </a:spcBef>
            </a:pPr>
            <a:r>
              <a:rPr dirty="0" spc="200">
                <a:solidFill>
                  <a:srgbClr val="FF3131"/>
                </a:solidFill>
              </a:rPr>
              <a:t>After</a:t>
            </a:r>
            <a:r>
              <a:rPr dirty="0" spc="-290">
                <a:solidFill>
                  <a:srgbClr val="FF3131"/>
                </a:solidFill>
              </a:rPr>
              <a:t> </a:t>
            </a:r>
            <a:r>
              <a:rPr dirty="0" spc="305"/>
              <a:t>:</a:t>
            </a:r>
            <a:r>
              <a:rPr dirty="0" spc="-285"/>
              <a:t> </a:t>
            </a:r>
            <a:r>
              <a:rPr dirty="0" spc="-235"/>
              <a:t>영상과</a:t>
            </a:r>
            <a:r>
              <a:rPr dirty="0" spc="-290"/>
              <a:t> </a:t>
            </a:r>
            <a:r>
              <a:rPr dirty="0" spc="-390"/>
              <a:t>설명을</a:t>
            </a:r>
            <a:r>
              <a:rPr dirty="0" spc="-285"/>
              <a:t> </a:t>
            </a:r>
            <a:r>
              <a:rPr dirty="0" spc="-345"/>
              <a:t>구역별로</a:t>
            </a:r>
            <a:r>
              <a:rPr dirty="0" spc="-285"/>
              <a:t> </a:t>
            </a:r>
            <a:r>
              <a:rPr dirty="0" spc="-260"/>
              <a:t>나눠</a:t>
            </a:r>
            <a:r>
              <a:rPr dirty="0" spc="-290"/>
              <a:t> </a:t>
            </a:r>
            <a:r>
              <a:rPr dirty="0" spc="-345"/>
              <a:t>배치</a:t>
            </a:r>
          </a:p>
          <a:p>
            <a:pPr marL="1467485">
              <a:lnSpc>
                <a:spcPct val="100000"/>
              </a:lnSpc>
              <a:spcBef>
                <a:spcPts val="3335"/>
              </a:spcBef>
            </a:pPr>
            <a:r>
              <a:rPr dirty="0" sz="3200" spc="-440"/>
              <a:t>구역</a:t>
            </a:r>
            <a:endParaRPr sz="3200"/>
          </a:p>
          <a:p>
            <a:pPr marL="524510" indent="-487680">
              <a:lnSpc>
                <a:spcPct val="100000"/>
              </a:lnSpc>
              <a:spcBef>
                <a:spcPts val="3080"/>
              </a:spcBef>
              <a:buClr>
                <a:srgbClr val="FFFFFF"/>
              </a:buClr>
              <a:buAutoNum type="arabicPlain"/>
              <a:tabLst>
                <a:tab pos="524510" algn="l"/>
              </a:tabLst>
            </a:pPr>
            <a:r>
              <a:rPr dirty="0" sz="2900" spc="-415"/>
              <a:t>로그인</a:t>
            </a:r>
            <a:r>
              <a:rPr dirty="0" sz="2900" spc="-600"/>
              <a:t> </a:t>
            </a:r>
            <a:r>
              <a:rPr dirty="0" sz="2900" spc="-380"/>
              <a:t>및</a:t>
            </a:r>
            <a:r>
              <a:rPr dirty="0" sz="2900" spc="-595"/>
              <a:t> </a:t>
            </a:r>
            <a:r>
              <a:rPr dirty="0" sz="2900" spc="-484"/>
              <a:t>기본정보</a:t>
            </a:r>
            <a:r>
              <a:rPr dirty="0" sz="2900" spc="-595"/>
              <a:t> </a:t>
            </a:r>
            <a:r>
              <a:rPr dirty="0" sz="2900" spc="-490"/>
              <a:t>입력</a:t>
            </a:r>
            <a:endParaRPr sz="2900"/>
          </a:p>
          <a:p>
            <a:pPr marL="539115" indent="-526415">
              <a:lnSpc>
                <a:spcPct val="100000"/>
              </a:lnSpc>
              <a:spcBef>
                <a:spcPts val="1650"/>
              </a:spcBef>
              <a:buClr>
                <a:srgbClr val="FFFFFF"/>
              </a:buClr>
              <a:buAutoNum type="arabicPlain"/>
              <a:tabLst>
                <a:tab pos="539115" algn="l"/>
              </a:tabLst>
            </a:pPr>
            <a:r>
              <a:rPr dirty="0" sz="2900" spc="-345"/>
              <a:t>성향</a:t>
            </a:r>
            <a:r>
              <a:rPr dirty="0" sz="2900" spc="-605"/>
              <a:t> </a:t>
            </a:r>
            <a:r>
              <a:rPr dirty="0" sz="2900" spc="-375"/>
              <a:t>기반</a:t>
            </a:r>
            <a:r>
              <a:rPr dirty="0" sz="2900" spc="-605"/>
              <a:t> </a:t>
            </a:r>
            <a:r>
              <a:rPr dirty="0" sz="2900" spc="-440"/>
              <a:t>매칭</a:t>
            </a:r>
            <a:endParaRPr sz="2900"/>
          </a:p>
          <a:p>
            <a:pPr marL="327660">
              <a:lnSpc>
                <a:spcPct val="100000"/>
              </a:lnSpc>
              <a:spcBef>
                <a:spcPts val="1485"/>
              </a:spcBef>
            </a:pPr>
            <a:r>
              <a:rPr dirty="0" sz="2900" spc="-155"/>
              <a:t>-</a:t>
            </a:r>
            <a:r>
              <a:rPr dirty="0" sz="2900" spc="-265"/>
              <a:t>성향</a:t>
            </a:r>
            <a:r>
              <a:rPr dirty="0" sz="2900" spc="-280"/>
              <a:t> </a:t>
            </a:r>
            <a:r>
              <a:rPr dirty="0" sz="2900" spc="-325"/>
              <a:t>매칭</a:t>
            </a:r>
            <a:r>
              <a:rPr dirty="0" sz="2900" spc="-280"/>
              <a:t> </a:t>
            </a:r>
            <a:r>
              <a:rPr dirty="0" sz="2900" spc="-320"/>
              <a:t>알고리즘</a:t>
            </a:r>
            <a:endParaRPr sz="2900"/>
          </a:p>
          <a:p>
            <a:pPr marL="576580" indent="-563880">
              <a:lnSpc>
                <a:spcPct val="100000"/>
              </a:lnSpc>
              <a:spcBef>
                <a:spcPts val="1630"/>
              </a:spcBef>
              <a:buClr>
                <a:srgbClr val="FFFFFF"/>
              </a:buClr>
              <a:buAutoNum type="arabicPlain" startAt="3"/>
              <a:tabLst>
                <a:tab pos="576580" algn="l"/>
              </a:tabLst>
            </a:pPr>
            <a:r>
              <a:rPr dirty="0" sz="2900" spc="-405"/>
              <a:t>매칭</a:t>
            </a:r>
            <a:r>
              <a:rPr dirty="0" sz="2900" spc="-600"/>
              <a:t> </a:t>
            </a:r>
            <a:r>
              <a:rPr dirty="0" sz="2900" spc="-335"/>
              <a:t>후보</a:t>
            </a:r>
            <a:r>
              <a:rPr dirty="0" sz="2900" spc="-600"/>
              <a:t> </a:t>
            </a:r>
            <a:r>
              <a:rPr dirty="0" sz="2900" spc="-430"/>
              <a:t>추천</a:t>
            </a:r>
            <a:endParaRPr sz="2900"/>
          </a:p>
          <a:p>
            <a:pPr marL="530860" indent="-518159">
              <a:lnSpc>
                <a:spcPct val="100000"/>
              </a:lnSpc>
              <a:spcBef>
                <a:spcPts val="1660"/>
              </a:spcBef>
              <a:buClr>
                <a:srgbClr val="FFFFFF"/>
              </a:buClr>
              <a:buAutoNum type="arabicPlain" startAt="3"/>
              <a:tabLst>
                <a:tab pos="530860" algn="l"/>
              </a:tabLst>
            </a:pPr>
            <a:r>
              <a:rPr dirty="0" sz="2900" spc="-355"/>
              <a:t>채팅,</a:t>
            </a:r>
            <a:r>
              <a:rPr dirty="0" sz="2900" spc="-600"/>
              <a:t> </a:t>
            </a:r>
            <a:r>
              <a:rPr dirty="0" sz="2900" spc="-434"/>
              <a:t>규칙</a:t>
            </a:r>
            <a:r>
              <a:rPr dirty="0" sz="2900" spc="-600"/>
              <a:t> </a:t>
            </a:r>
            <a:r>
              <a:rPr dirty="0" sz="2900" spc="-459"/>
              <a:t>정하기</a:t>
            </a:r>
            <a:endParaRPr sz="2900"/>
          </a:p>
          <a:p>
            <a:pPr marL="530860" indent="-518159">
              <a:lnSpc>
                <a:spcPct val="100000"/>
              </a:lnSpc>
              <a:spcBef>
                <a:spcPts val="1635"/>
              </a:spcBef>
              <a:buClr>
                <a:srgbClr val="FFFFFF"/>
              </a:buClr>
              <a:buAutoNum type="arabicPlain" startAt="3"/>
              <a:tabLst>
                <a:tab pos="530860" algn="l"/>
              </a:tabLst>
            </a:pPr>
            <a:r>
              <a:rPr dirty="0" sz="2900" spc="-254"/>
              <a:t>공유</a:t>
            </a:r>
            <a:r>
              <a:rPr dirty="0" sz="2900" spc="-280"/>
              <a:t> </a:t>
            </a:r>
            <a:r>
              <a:rPr dirty="0" sz="2900" spc="-409"/>
              <a:t>캘린더</a:t>
            </a:r>
            <a:endParaRPr sz="2900"/>
          </a:p>
          <a:p>
            <a:pPr marL="530860" indent="-518159">
              <a:lnSpc>
                <a:spcPct val="100000"/>
              </a:lnSpc>
              <a:spcBef>
                <a:spcPts val="1980"/>
              </a:spcBef>
              <a:buClr>
                <a:srgbClr val="FFFFFF"/>
              </a:buClr>
              <a:buAutoNum type="arabicPlain" startAt="3"/>
              <a:tabLst>
                <a:tab pos="530860" algn="l"/>
              </a:tabLst>
            </a:pPr>
            <a:r>
              <a:rPr dirty="0" sz="2900" spc="-285"/>
              <a:t>룸메이트</a:t>
            </a:r>
            <a:r>
              <a:rPr dirty="0" sz="2900" spc="-275"/>
              <a:t> </a:t>
            </a:r>
            <a:r>
              <a:rPr dirty="0" sz="2900" spc="-254"/>
              <a:t>평가</a:t>
            </a:r>
            <a:r>
              <a:rPr dirty="0" sz="2900" spc="-275"/>
              <a:t> </a:t>
            </a:r>
            <a:r>
              <a:rPr dirty="0" sz="2900" spc="-380"/>
              <a:t>기능</a:t>
            </a:r>
            <a:endParaRPr sz="2900"/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5"/>
              <a:t>PPT</a:t>
            </a:r>
            <a:r>
              <a:rPr dirty="0" spc="-350"/>
              <a:t> </a:t>
            </a:r>
            <a:r>
              <a:rPr dirty="0" spc="-409"/>
              <a:t>개선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7467" y="360412"/>
            <a:ext cx="53213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35">
                <a:solidFill>
                  <a:srgbClr val="3234AC"/>
                </a:solidFill>
                <a:latin typeface="Dotum"/>
                <a:cs typeface="Dotum"/>
              </a:rPr>
              <a:t>02</a:t>
            </a:r>
            <a:endParaRPr sz="3300">
              <a:latin typeface="Dotum"/>
              <a:cs typeface="Dotum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45280" y="5043363"/>
            <a:ext cx="1723389" cy="1432560"/>
          </a:xfrm>
          <a:custGeom>
            <a:avLst/>
            <a:gdLst/>
            <a:ahLst/>
            <a:cxnLst/>
            <a:rect l="l" t="t" r="r" b="b"/>
            <a:pathLst>
              <a:path w="1723390" h="1432560">
                <a:moveTo>
                  <a:pt x="1008143" y="1431973"/>
                </a:moveTo>
                <a:lnTo>
                  <a:pt x="1008143" y="1073980"/>
                </a:lnTo>
                <a:lnTo>
                  <a:pt x="0" y="1073980"/>
                </a:lnTo>
                <a:lnTo>
                  <a:pt x="0" y="357993"/>
                </a:lnTo>
                <a:lnTo>
                  <a:pt x="1008143" y="357993"/>
                </a:lnTo>
                <a:lnTo>
                  <a:pt x="1008143" y="0"/>
                </a:lnTo>
                <a:lnTo>
                  <a:pt x="1722843" y="714699"/>
                </a:lnTo>
                <a:lnTo>
                  <a:pt x="1722843" y="717274"/>
                </a:lnTo>
                <a:lnTo>
                  <a:pt x="1008143" y="1431973"/>
                </a:lnTo>
                <a:close/>
              </a:path>
            </a:pathLst>
          </a:custGeom>
          <a:solidFill>
            <a:srgbClr val="3234A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443301"/>
            <a:ext cx="18288000" cy="843915"/>
          </a:xfrm>
          <a:custGeom>
            <a:avLst/>
            <a:gdLst/>
            <a:ahLst/>
            <a:cxnLst/>
            <a:rect l="l" t="t" r="r" b="b"/>
            <a:pathLst>
              <a:path w="18288000" h="843915">
                <a:moveTo>
                  <a:pt x="18287999" y="843698"/>
                </a:moveTo>
                <a:lnTo>
                  <a:pt x="0" y="84369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843698"/>
                </a:lnTo>
                <a:close/>
              </a:path>
            </a:pathLst>
          </a:custGeom>
          <a:solidFill>
            <a:srgbClr val="BDC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3732558" y="5108439"/>
            <a:ext cx="2703830" cy="748665"/>
            <a:chOff x="13732558" y="5108439"/>
            <a:chExt cx="2703830" cy="748665"/>
          </a:xfrm>
        </p:grpSpPr>
        <p:sp>
          <p:nvSpPr>
            <p:cNvPr id="4" name="object 4"/>
            <p:cNvSpPr/>
            <p:nvPr/>
          </p:nvSpPr>
          <p:spPr>
            <a:xfrm>
              <a:off x="13770599" y="5146539"/>
              <a:ext cx="2626995" cy="672465"/>
            </a:xfrm>
            <a:custGeom>
              <a:avLst/>
              <a:gdLst/>
              <a:ahLst/>
              <a:cxnLst/>
              <a:rect l="l" t="t" r="r" b="b"/>
              <a:pathLst>
                <a:path w="2626994" h="672464">
                  <a:moveTo>
                    <a:pt x="2291587" y="672464"/>
                  </a:moveTo>
                  <a:lnTo>
                    <a:pt x="336232" y="672464"/>
                  </a:lnTo>
                  <a:lnTo>
                    <a:pt x="290608" y="669394"/>
                  </a:lnTo>
                  <a:lnTo>
                    <a:pt x="246848" y="660453"/>
                  </a:lnTo>
                  <a:lnTo>
                    <a:pt x="205356" y="646041"/>
                  </a:lnTo>
                  <a:lnTo>
                    <a:pt x="166529" y="626558"/>
                  </a:lnTo>
                  <a:lnTo>
                    <a:pt x="130771" y="602406"/>
                  </a:lnTo>
                  <a:lnTo>
                    <a:pt x="98480" y="573984"/>
                  </a:lnTo>
                  <a:lnTo>
                    <a:pt x="70058" y="541693"/>
                  </a:lnTo>
                  <a:lnTo>
                    <a:pt x="45905" y="505934"/>
                  </a:lnTo>
                  <a:lnTo>
                    <a:pt x="26423" y="467108"/>
                  </a:lnTo>
                  <a:lnTo>
                    <a:pt x="12010" y="425616"/>
                  </a:lnTo>
                  <a:lnTo>
                    <a:pt x="3069" y="381856"/>
                  </a:lnTo>
                  <a:lnTo>
                    <a:pt x="0" y="336232"/>
                  </a:lnTo>
                  <a:lnTo>
                    <a:pt x="3069" y="290607"/>
                  </a:lnTo>
                  <a:lnTo>
                    <a:pt x="12010" y="246848"/>
                  </a:lnTo>
                  <a:lnTo>
                    <a:pt x="26423" y="205355"/>
                  </a:lnTo>
                  <a:lnTo>
                    <a:pt x="45905" y="166529"/>
                  </a:lnTo>
                  <a:lnTo>
                    <a:pt x="70058" y="130770"/>
                  </a:lnTo>
                  <a:lnTo>
                    <a:pt x="98480" y="98480"/>
                  </a:lnTo>
                  <a:lnTo>
                    <a:pt x="130771" y="70058"/>
                  </a:lnTo>
                  <a:lnTo>
                    <a:pt x="166529" y="45905"/>
                  </a:lnTo>
                  <a:lnTo>
                    <a:pt x="205356" y="26422"/>
                  </a:lnTo>
                  <a:lnTo>
                    <a:pt x="246848" y="12010"/>
                  </a:lnTo>
                  <a:lnTo>
                    <a:pt x="290608" y="3069"/>
                  </a:lnTo>
                  <a:lnTo>
                    <a:pt x="336232" y="0"/>
                  </a:lnTo>
                  <a:lnTo>
                    <a:pt x="2291587" y="0"/>
                  </a:lnTo>
                  <a:lnTo>
                    <a:pt x="2337211" y="3069"/>
                  </a:lnTo>
                  <a:lnTo>
                    <a:pt x="2380970" y="12010"/>
                  </a:lnTo>
                  <a:lnTo>
                    <a:pt x="2422463" y="26422"/>
                  </a:lnTo>
                  <a:lnTo>
                    <a:pt x="2461289" y="45905"/>
                  </a:lnTo>
                  <a:lnTo>
                    <a:pt x="2497048" y="70058"/>
                  </a:lnTo>
                  <a:lnTo>
                    <a:pt x="2529339" y="98480"/>
                  </a:lnTo>
                  <a:lnTo>
                    <a:pt x="2557761" y="130770"/>
                  </a:lnTo>
                  <a:lnTo>
                    <a:pt x="2581913" y="166529"/>
                  </a:lnTo>
                  <a:lnTo>
                    <a:pt x="2601396" y="205355"/>
                  </a:lnTo>
                  <a:lnTo>
                    <a:pt x="2615809" y="246848"/>
                  </a:lnTo>
                  <a:lnTo>
                    <a:pt x="2624750" y="290607"/>
                  </a:lnTo>
                  <a:lnTo>
                    <a:pt x="2626813" y="321279"/>
                  </a:lnTo>
                  <a:lnTo>
                    <a:pt x="2626813" y="351184"/>
                  </a:lnTo>
                  <a:lnTo>
                    <a:pt x="2615809" y="425616"/>
                  </a:lnTo>
                  <a:lnTo>
                    <a:pt x="2601396" y="467108"/>
                  </a:lnTo>
                  <a:lnTo>
                    <a:pt x="2581913" y="505934"/>
                  </a:lnTo>
                  <a:lnTo>
                    <a:pt x="2557761" y="541693"/>
                  </a:lnTo>
                  <a:lnTo>
                    <a:pt x="2529339" y="573984"/>
                  </a:lnTo>
                  <a:lnTo>
                    <a:pt x="2497048" y="602406"/>
                  </a:lnTo>
                  <a:lnTo>
                    <a:pt x="2461289" y="626558"/>
                  </a:lnTo>
                  <a:lnTo>
                    <a:pt x="2422463" y="646041"/>
                  </a:lnTo>
                  <a:lnTo>
                    <a:pt x="2380970" y="660453"/>
                  </a:lnTo>
                  <a:lnTo>
                    <a:pt x="2337211" y="669394"/>
                  </a:lnTo>
                  <a:lnTo>
                    <a:pt x="2291587" y="6724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770658" y="5146539"/>
              <a:ext cx="2627630" cy="672465"/>
            </a:xfrm>
            <a:custGeom>
              <a:avLst/>
              <a:gdLst/>
              <a:ahLst/>
              <a:cxnLst/>
              <a:rect l="l" t="t" r="r" b="b"/>
              <a:pathLst>
                <a:path w="2627630" h="672464">
                  <a:moveTo>
                    <a:pt x="336202" y="0"/>
                  </a:moveTo>
                  <a:lnTo>
                    <a:pt x="2291386" y="0"/>
                  </a:lnTo>
                  <a:lnTo>
                    <a:pt x="2337007" y="3068"/>
                  </a:lnTo>
                  <a:lnTo>
                    <a:pt x="2380762" y="12009"/>
                  </a:lnTo>
                  <a:lnTo>
                    <a:pt x="2422251" y="26420"/>
                  </a:lnTo>
                  <a:lnTo>
                    <a:pt x="2461074" y="45901"/>
                  </a:lnTo>
                  <a:lnTo>
                    <a:pt x="2496830" y="70051"/>
                  </a:lnTo>
                  <a:lnTo>
                    <a:pt x="2529118" y="98470"/>
                  </a:lnTo>
                  <a:lnTo>
                    <a:pt x="2557537" y="130758"/>
                  </a:lnTo>
                  <a:lnTo>
                    <a:pt x="2581688" y="166514"/>
                  </a:lnTo>
                  <a:lnTo>
                    <a:pt x="2601169" y="205337"/>
                  </a:lnTo>
                  <a:lnTo>
                    <a:pt x="2615580" y="246826"/>
                  </a:lnTo>
                  <a:lnTo>
                    <a:pt x="2624520" y="290581"/>
                  </a:lnTo>
                  <a:lnTo>
                    <a:pt x="2627590" y="336202"/>
                  </a:lnTo>
                  <a:lnTo>
                    <a:pt x="2624520" y="381823"/>
                  </a:lnTo>
                  <a:lnTo>
                    <a:pt x="2615580" y="425578"/>
                  </a:lnTo>
                  <a:lnTo>
                    <a:pt x="2601169" y="467068"/>
                  </a:lnTo>
                  <a:lnTo>
                    <a:pt x="2581688" y="505890"/>
                  </a:lnTo>
                  <a:lnTo>
                    <a:pt x="2557537" y="541646"/>
                  </a:lnTo>
                  <a:lnTo>
                    <a:pt x="2529118" y="573934"/>
                  </a:lnTo>
                  <a:lnTo>
                    <a:pt x="2496830" y="602353"/>
                  </a:lnTo>
                  <a:lnTo>
                    <a:pt x="2461074" y="626504"/>
                  </a:lnTo>
                  <a:lnTo>
                    <a:pt x="2422251" y="645985"/>
                  </a:lnTo>
                  <a:lnTo>
                    <a:pt x="2380762" y="660396"/>
                  </a:lnTo>
                  <a:lnTo>
                    <a:pt x="2337007" y="669336"/>
                  </a:lnTo>
                  <a:lnTo>
                    <a:pt x="2291386" y="672405"/>
                  </a:lnTo>
                  <a:lnTo>
                    <a:pt x="336202" y="672405"/>
                  </a:lnTo>
                  <a:lnTo>
                    <a:pt x="290581" y="669336"/>
                  </a:lnTo>
                  <a:lnTo>
                    <a:pt x="246826" y="660395"/>
                  </a:lnTo>
                  <a:lnTo>
                    <a:pt x="205337" y="645984"/>
                  </a:lnTo>
                  <a:lnTo>
                    <a:pt x="166514" y="626503"/>
                  </a:lnTo>
                  <a:lnTo>
                    <a:pt x="130759" y="602353"/>
                  </a:lnTo>
                  <a:lnTo>
                    <a:pt x="98471" y="573933"/>
                  </a:lnTo>
                  <a:lnTo>
                    <a:pt x="70051" y="541645"/>
                  </a:lnTo>
                  <a:lnTo>
                    <a:pt x="45901" y="505890"/>
                  </a:lnTo>
                  <a:lnTo>
                    <a:pt x="26420" y="467067"/>
                  </a:lnTo>
                  <a:lnTo>
                    <a:pt x="12009" y="425578"/>
                  </a:lnTo>
                  <a:lnTo>
                    <a:pt x="3069" y="381823"/>
                  </a:lnTo>
                  <a:lnTo>
                    <a:pt x="0" y="336202"/>
                  </a:lnTo>
                  <a:lnTo>
                    <a:pt x="3069" y="290581"/>
                  </a:lnTo>
                  <a:lnTo>
                    <a:pt x="12009" y="246826"/>
                  </a:lnTo>
                  <a:lnTo>
                    <a:pt x="26420" y="205337"/>
                  </a:lnTo>
                  <a:lnTo>
                    <a:pt x="45901" y="166514"/>
                  </a:lnTo>
                  <a:lnTo>
                    <a:pt x="70051" y="130759"/>
                  </a:lnTo>
                  <a:lnTo>
                    <a:pt x="98471" y="98471"/>
                  </a:lnTo>
                  <a:lnTo>
                    <a:pt x="130759" y="70052"/>
                  </a:lnTo>
                  <a:lnTo>
                    <a:pt x="166514" y="45901"/>
                  </a:lnTo>
                  <a:lnTo>
                    <a:pt x="205337" y="26420"/>
                  </a:lnTo>
                  <a:lnTo>
                    <a:pt x="246826" y="12009"/>
                  </a:lnTo>
                  <a:lnTo>
                    <a:pt x="290581" y="3069"/>
                  </a:lnTo>
                  <a:lnTo>
                    <a:pt x="336202" y="0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939772" y="5229184"/>
            <a:ext cx="22898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350">
                <a:solidFill>
                  <a:srgbClr val="3234AC"/>
                </a:solidFill>
                <a:latin typeface="Dotum"/>
                <a:cs typeface="Dotum"/>
              </a:rPr>
              <a:t>처음</a:t>
            </a:r>
            <a:r>
              <a:rPr dirty="0" sz="3000" spc="-29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245">
                <a:solidFill>
                  <a:srgbClr val="3234AC"/>
                </a:solidFill>
                <a:latin typeface="Dotum"/>
                <a:cs typeface="Dotum"/>
              </a:rPr>
              <a:t>화면</a:t>
            </a:r>
            <a:r>
              <a:rPr dirty="0" sz="3000" spc="-29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170">
                <a:solidFill>
                  <a:srgbClr val="3234AC"/>
                </a:solidFill>
                <a:latin typeface="Dotum"/>
                <a:cs typeface="Dotum"/>
              </a:rPr>
              <a:t>추가</a:t>
            </a:r>
            <a:endParaRPr sz="3000">
              <a:latin typeface="Dotum"/>
              <a:cs typeface="Dotum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640434" y="1393208"/>
            <a:ext cx="6310630" cy="1113155"/>
            <a:chOff x="5640434" y="1393208"/>
            <a:chExt cx="6310630" cy="1113155"/>
          </a:xfrm>
        </p:grpSpPr>
        <p:sp>
          <p:nvSpPr>
            <p:cNvPr id="8" name="object 8"/>
            <p:cNvSpPr/>
            <p:nvPr/>
          </p:nvSpPr>
          <p:spPr>
            <a:xfrm>
              <a:off x="5678190" y="1431308"/>
              <a:ext cx="6233795" cy="1036955"/>
            </a:xfrm>
            <a:custGeom>
              <a:avLst/>
              <a:gdLst/>
              <a:ahLst/>
              <a:cxnLst/>
              <a:rect l="l" t="t" r="r" b="b"/>
              <a:pathLst>
                <a:path w="6233795" h="1036955">
                  <a:moveTo>
                    <a:pt x="5716649" y="1036863"/>
                  </a:moveTo>
                  <a:lnTo>
                    <a:pt x="518432" y="1036863"/>
                  </a:lnTo>
                  <a:lnTo>
                    <a:pt x="467191" y="1034326"/>
                  </a:lnTo>
                  <a:lnTo>
                    <a:pt x="416818" y="1026810"/>
                  </a:lnTo>
                  <a:lnTo>
                    <a:pt x="367653" y="1014454"/>
                  </a:lnTo>
                  <a:lnTo>
                    <a:pt x="320036" y="997400"/>
                  </a:lnTo>
                  <a:lnTo>
                    <a:pt x="274307" y="975789"/>
                  </a:lnTo>
                  <a:lnTo>
                    <a:pt x="230805" y="949761"/>
                  </a:lnTo>
                  <a:lnTo>
                    <a:pt x="189871" y="919457"/>
                  </a:lnTo>
                  <a:lnTo>
                    <a:pt x="151845" y="885018"/>
                  </a:lnTo>
                  <a:lnTo>
                    <a:pt x="117406" y="846992"/>
                  </a:lnTo>
                  <a:lnTo>
                    <a:pt x="87102" y="806058"/>
                  </a:lnTo>
                  <a:lnTo>
                    <a:pt x="61074" y="762556"/>
                  </a:lnTo>
                  <a:lnTo>
                    <a:pt x="39463" y="716827"/>
                  </a:lnTo>
                  <a:lnTo>
                    <a:pt x="22409" y="669210"/>
                  </a:lnTo>
                  <a:lnTo>
                    <a:pt x="10053" y="620045"/>
                  </a:lnTo>
                  <a:lnTo>
                    <a:pt x="2537" y="569672"/>
                  </a:lnTo>
                  <a:lnTo>
                    <a:pt x="0" y="518431"/>
                  </a:lnTo>
                  <a:lnTo>
                    <a:pt x="2537" y="467191"/>
                  </a:lnTo>
                  <a:lnTo>
                    <a:pt x="10053" y="416818"/>
                  </a:lnTo>
                  <a:lnTo>
                    <a:pt x="22409" y="367653"/>
                  </a:lnTo>
                  <a:lnTo>
                    <a:pt x="39463" y="320036"/>
                  </a:lnTo>
                  <a:lnTo>
                    <a:pt x="61074" y="274307"/>
                  </a:lnTo>
                  <a:lnTo>
                    <a:pt x="87102" y="230805"/>
                  </a:lnTo>
                  <a:lnTo>
                    <a:pt x="117406" y="189871"/>
                  </a:lnTo>
                  <a:lnTo>
                    <a:pt x="151845" y="151845"/>
                  </a:lnTo>
                  <a:lnTo>
                    <a:pt x="189871" y="117406"/>
                  </a:lnTo>
                  <a:lnTo>
                    <a:pt x="230805" y="87102"/>
                  </a:lnTo>
                  <a:lnTo>
                    <a:pt x="274307" y="61074"/>
                  </a:lnTo>
                  <a:lnTo>
                    <a:pt x="320036" y="39463"/>
                  </a:lnTo>
                  <a:lnTo>
                    <a:pt x="367653" y="22409"/>
                  </a:lnTo>
                  <a:lnTo>
                    <a:pt x="416818" y="10053"/>
                  </a:lnTo>
                  <a:lnTo>
                    <a:pt x="467191" y="2536"/>
                  </a:lnTo>
                  <a:lnTo>
                    <a:pt x="518432" y="0"/>
                  </a:lnTo>
                  <a:lnTo>
                    <a:pt x="5716649" y="0"/>
                  </a:lnTo>
                  <a:lnTo>
                    <a:pt x="5767889" y="2536"/>
                  </a:lnTo>
                  <a:lnTo>
                    <a:pt x="5818262" y="10053"/>
                  </a:lnTo>
                  <a:lnTo>
                    <a:pt x="5867427" y="22409"/>
                  </a:lnTo>
                  <a:lnTo>
                    <a:pt x="5915044" y="39463"/>
                  </a:lnTo>
                  <a:lnTo>
                    <a:pt x="5960774" y="61074"/>
                  </a:lnTo>
                  <a:lnTo>
                    <a:pt x="6004275" y="87102"/>
                  </a:lnTo>
                  <a:lnTo>
                    <a:pt x="6045209" y="117406"/>
                  </a:lnTo>
                  <a:lnTo>
                    <a:pt x="6083236" y="151845"/>
                  </a:lnTo>
                  <a:lnTo>
                    <a:pt x="6117675" y="189871"/>
                  </a:lnTo>
                  <a:lnTo>
                    <a:pt x="6147979" y="230805"/>
                  </a:lnTo>
                  <a:lnTo>
                    <a:pt x="6174007" y="274307"/>
                  </a:lnTo>
                  <a:lnTo>
                    <a:pt x="6195618" y="320036"/>
                  </a:lnTo>
                  <a:lnTo>
                    <a:pt x="6212672" y="367653"/>
                  </a:lnTo>
                  <a:lnTo>
                    <a:pt x="6225028" y="416818"/>
                  </a:lnTo>
                  <a:lnTo>
                    <a:pt x="6232545" y="467191"/>
                  </a:lnTo>
                  <a:lnTo>
                    <a:pt x="6233333" y="483107"/>
                  </a:lnTo>
                  <a:lnTo>
                    <a:pt x="6233333" y="553756"/>
                  </a:lnTo>
                  <a:lnTo>
                    <a:pt x="6225028" y="620045"/>
                  </a:lnTo>
                  <a:lnTo>
                    <a:pt x="6212672" y="669210"/>
                  </a:lnTo>
                  <a:lnTo>
                    <a:pt x="6195618" y="716827"/>
                  </a:lnTo>
                  <a:lnTo>
                    <a:pt x="6174007" y="762556"/>
                  </a:lnTo>
                  <a:lnTo>
                    <a:pt x="6147979" y="806058"/>
                  </a:lnTo>
                  <a:lnTo>
                    <a:pt x="6117675" y="846992"/>
                  </a:lnTo>
                  <a:lnTo>
                    <a:pt x="6083236" y="885018"/>
                  </a:lnTo>
                  <a:lnTo>
                    <a:pt x="6045209" y="919457"/>
                  </a:lnTo>
                  <a:lnTo>
                    <a:pt x="6004275" y="949761"/>
                  </a:lnTo>
                  <a:lnTo>
                    <a:pt x="5960774" y="975789"/>
                  </a:lnTo>
                  <a:lnTo>
                    <a:pt x="5915044" y="997400"/>
                  </a:lnTo>
                  <a:lnTo>
                    <a:pt x="5867427" y="1014454"/>
                  </a:lnTo>
                  <a:lnTo>
                    <a:pt x="5818262" y="1026810"/>
                  </a:lnTo>
                  <a:lnTo>
                    <a:pt x="5767889" y="1034326"/>
                  </a:lnTo>
                  <a:lnTo>
                    <a:pt x="5716649" y="1036863"/>
                  </a:lnTo>
                  <a:close/>
                </a:path>
              </a:pathLst>
            </a:custGeom>
            <a:solidFill>
              <a:srgbClr val="BD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78534" y="1431308"/>
              <a:ext cx="6234430" cy="1036955"/>
            </a:xfrm>
            <a:custGeom>
              <a:avLst/>
              <a:gdLst/>
              <a:ahLst/>
              <a:cxnLst/>
              <a:rect l="l" t="t" r="r" b="b"/>
              <a:pathLst>
                <a:path w="6234430" h="1036955">
                  <a:moveTo>
                    <a:pt x="518368" y="0"/>
                  </a:moveTo>
                  <a:lnTo>
                    <a:pt x="5715949" y="0"/>
                  </a:lnTo>
                  <a:lnTo>
                    <a:pt x="5767183" y="2536"/>
                  </a:lnTo>
                  <a:lnTo>
                    <a:pt x="5817549" y="10052"/>
                  </a:lnTo>
                  <a:lnTo>
                    <a:pt x="5866708" y="22406"/>
                  </a:lnTo>
                  <a:lnTo>
                    <a:pt x="5914319" y="39458"/>
                  </a:lnTo>
                  <a:lnTo>
                    <a:pt x="5960043" y="61066"/>
                  </a:lnTo>
                  <a:lnTo>
                    <a:pt x="6003539" y="87091"/>
                  </a:lnTo>
                  <a:lnTo>
                    <a:pt x="6044468" y="117391"/>
                  </a:lnTo>
                  <a:lnTo>
                    <a:pt x="6082490" y="151826"/>
                  </a:lnTo>
                  <a:lnTo>
                    <a:pt x="6116925" y="189848"/>
                  </a:lnTo>
                  <a:lnTo>
                    <a:pt x="6147225" y="230777"/>
                  </a:lnTo>
                  <a:lnTo>
                    <a:pt x="6173250" y="274273"/>
                  </a:lnTo>
                  <a:lnTo>
                    <a:pt x="6194859" y="319997"/>
                  </a:lnTo>
                  <a:lnTo>
                    <a:pt x="6211911" y="367608"/>
                  </a:lnTo>
                  <a:lnTo>
                    <a:pt x="6224265" y="416767"/>
                  </a:lnTo>
                  <a:lnTo>
                    <a:pt x="6231781" y="467133"/>
                  </a:lnTo>
                  <a:lnTo>
                    <a:pt x="6234318" y="518368"/>
                  </a:lnTo>
                  <a:lnTo>
                    <a:pt x="6231781" y="569602"/>
                  </a:lnTo>
                  <a:lnTo>
                    <a:pt x="6224265" y="619969"/>
                  </a:lnTo>
                  <a:lnTo>
                    <a:pt x="6211911" y="669128"/>
                  </a:lnTo>
                  <a:lnTo>
                    <a:pt x="6194859" y="716739"/>
                  </a:lnTo>
                  <a:lnTo>
                    <a:pt x="6173250" y="762463"/>
                  </a:lnTo>
                  <a:lnTo>
                    <a:pt x="6147225" y="805959"/>
                  </a:lnTo>
                  <a:lnTo>
                    <a:pt x="6116925" y="846888"/>
                  </a:lnTo>
                  <a:lnTo>
                    <a:pt x="6082490" y="884910"/>
                  </a:lnTo>
                  <a:lnTo>
                    <a:pt x="6044469" y="919344"/>
                  </a:lnTo>
                  <a:lnTo>
                    <a:pt x="6003539" y="949644"/>
                  </a:lnTo>
                  <a:lnTo>
                    <a:pt x="5960043" y="975669"/>
                  </a:lnTo>
                  <a:lnTo>
                    <a:pt x="5914319" y="997278"/>
                  </a:lnTo>
                  <a:lnTo>
                    <a:pt x="5866708" y="1014330"/>
                  </a:lnTo>
                  <a:lnTo>
                    <a:pt x="5817549" y="1026684"/>
                  </a:lnTo>
                  <a:lnTo>
                    <a:pt x="5767183" y="1034200"/>
                  </a:lnTo>
                  <a:lnTo>
                    <a:pt x="5715949" y="1036736"/>
                  </a:lnTo>
                  <a:lnTo>
                    <a:pt x="518368" y="1036736"/>
                  </a:lnTo>
                  <a:lnTo>
                    <a:pt x="467133" y="1034200"/>
                  </a:lnTo>
                  <a:lnTo>
                    <a:pt x="416767" y="1026684"/>
                  </a:lnTo>
                  <a:lnTo>
                    <a:pt x="367608" y="1014330"/>
                  </a:lnTo>
                  <a:lnTo>
                    <a:pt x="319997" y="997278"/>
                  </a:lnTo>
                  <a:lnTo>
                    <a:pt x="274273" y="975669"/>
                  </a:lnTo>
                  <a:lnTo>
                    <a:pt x="230777" y="949644"/>
                  </a:lnTo>
                  <a:lnTo>
                    <a:pt x="189848" y="919344"/>
                  </a:lnTo>
                  <a:lnTo>
                    <a:pt x="151826" y="884909"/>
                  </a:lnTo>
                  <a:lnTo>
                    <a:pt x="117391" y="846888"/>
                  </a:lnTo>
                  <a:lnTo>
                    <a:pt x="87091" y="805959"/>
                  </a:lnTo>
                  <a:lnTo>
                    <a:pt x="61067" y="762462"/>
                  </a:lnTo>
                  <a:lnTo>
                    <a:pt x="39458" y="716739"/>
                  </a:lnTo>
                  <a:lnTo>
                    <a:pt x="22406" y="669128"/>
                  </a:lnTo>
                  <a:lnTo>
                    <a:pt x="10052" y="619969"/>
                  </a:lnTo>
                  <a:lnTo>
                    <a:pt x="2536" y="569602"/>
                  </a:lnTo>
                  <a:lnTo>
                    <a:pt x="0" y="518368"/>
                  </a:lnTo>
                  <a:lnTo>
                    <a:pt x="2536" y="467133"/>
                  </a:lnTo>
                  <a:lnTo>
                    <a:pt x="10052" y="416767"/>
                  </a:lnTo>
                  <a:lnTo>
                    <a:pt x="22406" y="367608"/>
                  </a:lnTo>
                  <a:lnTo>
                    <a:pt x="39458" y="319997"/>
                  </a:lnTo>
                  <a:lnTo>
                    <a:pt x="61067" y="274273"/>
                  </a:lnTo>
                  <a:lnTo>
                    <a:pt x="87091" y="230777"/>
                  </a:lnTo>
                  <a:lnTo>
                    <a:pt x="117391" y="189848"/>
                  </a:lnTo>
                  <a:lnTo>
                    <a:pt x="151826" y="151826"/>
                  </a:lnTo>
                  <a:lnTo>
                    <a:pt x="189848" y="117392"/>
                  </a:lnTo>
                  <a:lnTo>
                    <a:pt x="230777" y="87091"/>
                  </a:lnTo>
                  <a:lnTo>
                    <a:pt x="274273" y="61067"/>
                  </a:lnTo>
                  <a:lnTo>
                    <a:pt x="319997" y="39458"/>
                  </a:lnTo>
                  <a:lnTo>
                    <a:pt x="367608" y="22406"/>
                  </a:lnTo>
                  <a:lnTo>
                    <a:pt x="416767" y="10052"/>
                  </a:lnTo>
                  <a:lnTo>
                    <a:pt x="467133" y="2536"/>
                  </a:lnTo>
                  <a:lnTo>
                    <a:pt x="518368" y="0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820100" y="1637778"/>
            <a:ext cx="59512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3234AC"/>
                </a:solidFill>
                <a:latin typeface="Dotum"/>
                <a:cs typeface="Dotum"/>
              </a:rPr>
              <a:t>High-</a:t>
            </a:r>
            <a:r>
              <a:rPr dirty="0" sz="3600" spc="185">
                <a:solidFill>
                  <a:srgbClr val="3234AC"/>
                </a:solidFill>
                <a:latin typeface="Dotum"/>
                <a:cs typeface="Dotum"/>
              </a:rPr>
              <a:t>fidelity</a:t>
            </a:r>
            <a:r>
              <a:rPr dirty="0" sz="3600" spc="-280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600" spc="-350">
                <a:solidFill>
                  <a:srgbClr val="3234AC"/>
                </a:solidFill>
                <a:latin typeface="Dotum"/>
                <a:cs typeface="Dotum"/>
              </a:rPr>
              <a:t>프로토타입</a:t>
            </a:r>
            <a:r>
              <a:rPr dirty="0" sz="3600" spc="-27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600" spc="-430">
                <a:solidFill>
                  <a:srgbClr val="3234AC"/>
                </a:solidFill>
                <a:latin typeface="Dotum"/>
                <a:cs typeface="Dotum"/>
              </a:rPr>
              <a:t>수정</a:t>
            </a:r>
            <a:endParaRPr sz="3600">
              <a:latin typeface="Dotum"/>
              <a:cs typeface="Dotu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09344" y="2925604"/>
            <a:ext cx="3009900" cy="6172200"/>
            <a:chOff x="5309344" y="2925604"/>
            <a:chExt cx="3009900" cy="61722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4993" y="2965609"/>
              <a:ext cx="2527480" cy="609480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7919" y="2954179"/>
              <a:ext cx="2952750" cy="6115050"/>
            </a:xfrm>
            <a:custGeom>
              <a:avLst/>
              <a:gdLst/>
              <a:ahLst/>
              <a:cxnLst/>
              <a:rect l="l" t="t" r="r" b="b"/>
              <a:pathLst>
                <a:path w="2952750" h="6115050">
                  <a:moveTo>
                    <a:pt x="2952749" y="0"/>
                  </a:moveTo>
                  <a:lnTo>
                    <a:pt x="0" y="0"/>
                  </a:lnTo>
                  <a:lnTo>
                    <a:pt x="0" y="6115050"/>
                  </a:lnTo>
                </a:path>
              </a:pathLst>
            </a:custGeom>
            <a:ln w="57149">
              <a:solidFill>
                <a:srgbClr val="F19A9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12892489" y="5143500"/>
            <a:ext cx="653415" cy="678815"/>
          </a:xfrm>
          <a:custGeom>
            <a:avLst/>
            <a:gdLst/>
            <a:ahLst/>
            <a:cxnLst/>
            <a:rect l="l" t="t" r="r" b="b"/>
            <a:pathLst>
              <a:path w="653415" h="678814">
                <a:moveTo>
                  <a:pt x="491411" y="678543"/>
                </a:moveTo>
                <a:lnTo>
                  <a:pt x="161924" y="678543"/>
                </a:lnTo>
                <a:lnTo>
                  <a:pt x="130187" y="675402"/>
                </a:lnTo>
                <a:lnTo>
                  <a:pt x="72089" y="651337"/>
                </a:lnTo>
                <a:lnTo>
                  <a:pt x="27205" y="606454"/>
                </a:lnTo>
                <a:lnTo>
                  <a:pt x="3140" y="548355"/>
                </a:lnTo>
                <a:lnTo>
                  <a:pt x="0" y="516618"/>
                </a:lnTo>
                <a:lnTo>
                  <a:pt x="0" y="161924"/>
                </a:lnTo>
                <a:lnTo>
                  <a:pt x="12325" y="99958"/>
                </a:lnTo>
                <a:lnTo>
                  <a:pt x="47427" y="47426"/>
                </a:lnTo>
                <a:lnTo>
                  <a:pt x="99959" y="12325"/>
                </a:lnTo>
                <a:lnTo>
                  <a:pt x="161924" y="0"/>
                </a:lnTo>
                <a:lnTo>
                  <a:pt x="491411" y="0"/>
                </a:lnTo>
                <a:lnTo>
                  <a:pt x="553376" y="12325"/>
                </a:lnTo>
                <a:lnTo>
                  <a:pt x="605909" y="47426"/>
                </a:lnTo>
                <a:lnTo>
                  <a:pt x="641010" y="99958"/>
                </a:lnTo>
                <a:lnTo>
                  <a:pt x="653336" y="161924"/>
                </a:lnTo>
                <a:lnTo>
                  <a:pt x="653336" y="516618"/>
                </a:lnTo>
                <a:lnTo>
                  <a:pt x="641010" y="578584"/>
                </a:lnTo>
                <a:lnTo>
                  <a:pt x="605909" y="631116"/>
                </a:lnTo>
                <a:lnTo>
                  <a:pt x="553376" y="666217"/>
                </a:lnTo>
                <a:lnTo>
                  <a:pt x="491411" y="678543"/>
                </a:lnTo>
                <a:close/>
              </a:path>
            </a:pathLst>
          </a:custGeom>
          <a:solidFill>
            <a:srgbClr val="3234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8922554" y="2897494"/>
            <a:ext cx="2882900" cy="6193790"/>
            <a:chOff x="8922554" y="2897494"/>
            <a:chExt cx="2882900" cy="619379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4372" y="2927974"/>
              <a:ext cx="2689359" cy="613243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941604" y="2916544"/>
              <a:ext cx="2844800" cy="6155690"/>
            </a:xfrm>
            <a:custGeom>
              <a:avLst/>
              <a:gdLst/>
              <a:ahLst/>
              <a:cxnLst/>
              <a:rect l="l" t="t" r="r" b="b"/>
              <a:pathLst>
                <a:path w="2844800" h="6155690">
                  <a:moveTo>
                    <a:pt x="0" y="0"/>
                  </a:moveTo>
                  <a:lnTo>
                    <a:pt x="0" y="6155233"/>
                  </a:lnTo>
                  <a:lnTo>
                    <a:pt x="2844700" y="6155233"/>
                  </a:lnTo>
                  <a:lnTo>
                    <a:pt x="2844700" y="0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0"/>
              <a:t>프로토타입</a:t>
            </a:r>
            <a:r>
              <a:rPr dirty="0" spc="-355"/>
              <a:t> </a:t>
            </a:r>
            <a:r>
              <a:rPr dirty="0" spc="-409"/>
              <a:t>개선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7467" y="360412"/>
            <a:ext cx="53213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35">
                <a:solidFill>
                  <a:srgbClr val="3234AC"/>
                </a:solidFill>
                <a:latin typeface="Dotum"/>
                <a:cs typeface="Dotum"/>
              </a:rPr>
              <a:t>03</a:t>
            </a:r>
            <a:endParaRPr sz="3300">
              <a:latin typeface="Dotum"/>
              <a:cs typeface="Dot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095482" y="5170034"/>
            <a:ext cx="2476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09">
                <a:solidFill>
                  <a:srgbClr val="FFFFFF"/>
                </a:solidFill>
                <a:latin typeface="Dotum"/>
                <a:cs typeface="Dotum"/>
              </a:rPr>
              <a:t>1</a:t>
            </a:r>
            <a:endParaRPr sz="36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068965"/>
            <a:ext cx="18288000" cy="1218565"/>
            <a:chOff x="0" y="9068965"/>
            <a:chExt cx="18288000" cy="1218565"/>
          </a:xfrm>
        </p:grpSpPr>
        <p:sp>
          <p:nvSpPr>
            <p:cNvPr id="3" name="object 3"/>
            <p:cNvSpPr/>
            <p:nvPr/>
          </p:nvSpPr>
          <p:spPr>
            <a:xfrm>
              <a:off x="0" y="9443301"/>
              <a:ext cx="18288000" cy="843915"/>
            </a:xfrm>
            <a:custGeom>
              <a:avLst/>
              <a:gdLst/>
              <a:ahLst/>
              <a:cxnLst/>
              <a:rect l="l" t="t" r="r" b="b"/>
              <a:pathLst>
                <a:path w="18288000" h="843915">
                  <a:moveTo>
                    <a:pt x="18287999" y="843698"/>
                  </a:moveTo>
                  <a:lnTo>
                    <a:pt x="0" y="843698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843698"/>
                  </a:lnTo>
                  <a:close/>
                </a:path>
              </a:pathLst>
            </a:custGeom>
            <a:solidFill>
              <a:srgbClr val="BD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811347" y="9107068"/>
              <a:ext cx="2065020" cy="672465"/>
            </a:xfrm>
            <a:custGeom>
              <a:avLst/>
              <a:gdLst/>
              <a:ahLst/>
              <a:cxnLst/>
              <a:rect l="l" t="t" r="r" b="b"/>
              <a:pathLst>
                <a:path w="2065019" h="672465">
                  <a:moveTo>
                    <a:pt x="1728327" y="672464"/>
                  </a:moveTo>
                  <a:lnTo>
                    <a:pt x="336232" y="672464"/>
                  </a:lnTo>
                  <a:lnTo>
                    <a:pt x="290607" y="669394"/>
                  </a:lnTo>
                  <a:lnTo>
                    <a:pt x="246848" y="660453"/>
                  </a:lnTo>
                  <a:lnTo>
                    <a:pt x="205355" y="646041"/>
                  </a:lnTo>
                  <a:lnTo>
                    <a:pt x="166529" y="626558"/>
                  </a:lnTo>
                  <a:lnTo>
                    <a:pt x="130770" y="602406"/>
                  </a:lnTo>
                  <a:lnTo>
                    <a:pt x="98480" y="573984"/>
                  </a:lnTo>
                  <a:lnTo>
                    <a:pt x="70058" y="541693"/>
                  </a:lnTo>
                  <a:lnTo>
                    <a:pt x="45905" y="505935"/>
                  </a:lnTo>
                  <a:lnTo>
                    <a:pt x="26422" y="467109"/>
                  </a:lnTo>
                  <a:lnTo>
                    <a:pt x="12010" y="425616"/>
                  </a:lnTo>
                  <a:lnTo>
                    <a:pt x="3069" y="381857"/>
                  </a:lnTo>
                  <a:lnTo>
                    <a:pt x="0" y="336232"/>
                  </a:lnTo>
                  <a:lnTo>
                    <a:pt x="3069" y="290607"/>
                  </a:lnTo>
                  <a:lnTo>
                    <a:pt x="12010" y="246848"/>
                  </a:lnTo>
                  <a:lnTo>
                    <a:pt x="26422" y="205355"/>
                  </a:lnTo>
                  <a:lnTo>
                    <a:pt x="45905" y="166529"/>
                  </a:lnTo>
                  <a:lnTo>
                    <a:pt x="70058" y="130770"/>
                  </a:lnTo>
                  <a:lnTo>
                    <a:pt x="98480" y="98480"/>
                  </a:lnTo>
                  <a:lnTo>
                    <a:pt x="130770" y="70058"/>
                  </a:lnTo>
                  <a:lnTo>
                    <a:pt x="166529" y="45905"/>
                  </a:lnTo>
                  <a:lnTo>
                    <a:pt x="205355" y="26422"/>
                  </a:lnTo>
                  <a:lnTo>
                    <a:pt x="246848" y="12010"/>
                  </a:lnTo>
                  <a:lnTo>
                    <a:pt x="290607" y="3069"/>
                  </a:lnTo>
                  <a:lnTo>
                    <a:pt x="336232" y="0"/>
                  </a:lnTo>
                  <a:lnTo>
                    <a:pt x="1728327" y="0"/>
                  </a:lnTo>
                  <a:lnTo>
                    <a:pt x="1773952" y="3069"/>
                  </a:lnTo>
                  <a:lnTo>
                    <a:pt x="1817711" y="12010"/>
                  </a:lnTo>
                  <a:lnTo>
                    <a:pt x="1859203" y="26422"/>
                  </a:lnTo>
                  <a:lnTo>
                    <a:pt x="1898029" y="45905"/>
                  </a:lnTo>
                  <a:lnTo>
                    <a:pt x="1933788" y="70058"/>
                  </a:lnTo>
                  <a:lnTo>
                    <a:pt x="1966078" y="98480"/>
                  </a:lnTo>
                  <a:lnTo>
                    <a:pt x="1994500" y="130770"/>
                  </a:lnTo>
                  <a:lnTo>
                    <a:pt x="2018653" y="166529"/>
                  </a:lnTo>
                  <a:lnTo>
                    <a:pt x="2038135" y="205355"/>
                  </a:lnTo>
                  <a:lnTo>
                    <a:pt x="2052547" y="246848"/>
                  </a:lnTo>
                  <a:lnTo>
                    <a:pt x="2061489" y="290607"/>
                  </a:lnTo>
                  <a:lnTo>
                    <a:pt x="2064558" y="336232"/>
                  </a:lnTo>
                  <a:lnTo>
                    <a:pt x="2061489" y="381857"/>
                  </a:lnTo>
                  <a:lnTo>
                    <a:pt x="2052547" y="425616"/>
                  </a:lnTo>
                  <a:lnTo>
                    <a:pt x="2038135" y="467109"/>
                  </a:lnTo>
                  <a:lnTo>
                    <a:pt x="2018653" y="505935"/>
                  </a:lnTo>
                  <a:lnTo>
                    <a:pt x="1994500" y="541693"/>
                  </a:lnTo>
                  <a:lnTo>
                    <a:pt x="1966078" y="573984"/>
                  </a:lnTo>
                  <a:lnTo>
                    <a:pt x="1933788" y="602406"/>
                  </a:lnTo>
                  <a:lnTo>
                    <a:pt x="1898029" y="626558"/>
                  </a:lnTo>
                  <a:lnTo>
                    <a:pt x="1859203" y="646041"/>
                  </a:lnTo>
                  <a:lnTo>
                    <a:pt x="1817711" y="660453"/>
                  </a:lnTo>
                  <a:lnTo>
                    <a:pt x="1773952" y="669394"/>
                  </a:lnTo>
                  <a:lnTo>
                    <a:pt x="1728327" y="6724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811349" y="9107065"/>
              <a:ext cx="2065020" cy="672465"/>
            </a:xfrm>
            <a:custGeom>
              <a:avLst/>
              <a:gdLst/>
              <a:ahLst/>
              <a:cxnLst/>
              <a:rect l="l" t="t" r="r" b="b"/>
              <a:pathLst>
                <a:path w="2065019" h="672465">
                  <a:moveTo>
                    <a:pt x="336283" y="3"/>
                  </a:moveTo>
                  <a:lnTo>
                    <a:pt x="1728255" y="3"/>
                  </a:lnTo>
                  <a:lnTo>
                    <a:pt x="1773879" y="3058"/>
                  </a:lnTo>
                  <a:lnTo>
                    <a:pt x="1817639" y="11990"/>
                  </a:lnTo>
                  <a:lnTo>
                    <a:pt x="1859136" y="26393"/>
                  </a:lnTo>
                  <a:lnTo>
                    <a:pt x="1897968" y="45869"/>
                  </a:lnTo>
                  <a:lnTo>
                    <a:pt x="1933734" y="70016"/>
                  </a:lnTo>
                  <a:lnTo>
                    <a:pt x="1966033" y="98434"/>
                  </a:lnTo>
                  <a:lnTo>
                    <a:pt x="1994464" y="130723"/>
                  </a:lnTo>
                  <a:lnTo>
                    <a:pt x="2018625" y="166483"/>
                  </a:lnTo>
                  <a:lnTo>
                    <a:pt x="2038117" y="205313"/>
                  </a:lnTo>
                  <a:lnTo>
                    <a:pt x="2052537" y="246812"/>
                  </a:lnTo>
                  <a:lnTo>
                    <a:pt x="2061484" y="290578"/>
                  </a:lnTo>
                  <a:lnTo>
                    <a:pt x="2064557" y="336212"/>
                  </a:lnTo>
                  <a:lnTo>
                    <a:pt x="2061489" y="381847"/>
                  </a:lnTo>
                  <a:lnTo>
                    <a:pt x="2052546" y="425616"/>
                  </a:lnTo>
                  <a:lnTo>
                    <a:pt x="2038130" y="467117"/>
                  </a:lnTo>
                  <a:lnTo>
                    <a:pt x="2018642" y="505951"/>
                  </a:lnTo>
                  <a:lnTo>
                    <a:pt x="1994481" y="541715"/>
                  </a:lnTo>
                  <a:lnTo>
                    <a:pt x="1966051" y="574010"/>
                  </a:lnTo>
                  <a:lnTo>
                    <a:pt x="1933751" y="602433"/>
                  </a:lnTo>
                  <a:lnTo>
                    <a:pt x="1897982" y="626584"/>
                  </a:lnTo>
                  <a:lnTo>
                    <a:pt x="1859147" y="646063"/>
                  </a:lnTo>
                  <a:lnTo>
                    <a:pt x="1817646" y="660470"/>
                  </a:lnTo>
                  <a:lnTo>
                    <a:pt x="1773880" y="669403"/>
                  </a:lnTo>
                  <a:lnTo>
                    <a:pt x="1728255" y="672467"/>
                  </a:lnTo>
                  <a:lnTo>
                    <a:pt x="336279" y="672471"/>
                  </a:lnTo>
                  <a:lnTo>
                    <a:pt x="290648" y="669407"/>
                  </a:lnTo>
                  <a:lnTo>
                    <a:pt x="246882" y="660470"/>
                  </a:lnTo>
                  <a:lnTo>
                    <a:pt x="205382" y="646059"/>
                  </a:lnTo>
                  <a:lnTo>
                    <a:pt x="166548" y="626576"/>
                  </a:lnTo>
                  <a:lnTo>
                    <a:pt x="130782" y="602422"/>
                  </a:lnTo>
                  <a:lnTo>
                    <a:pt x="98485" y="573996"/>
                  </a:lnTo>
                  <a:lnTo>
                    <a:pt x="70057" y="541700"/>
                  </a:lnTo>
                  <a:lnTo>
                    <a:pt x="45901" y="505934"/>
                  </a:lnTo>
                  <a:lnTo>
                    <a:pt x="26416" y="467100"/>
                  </a:lnTo>
                  <a:lnTo>
                    <a:pt x="12004" y="425599"/>
                  </a:lnTo>
                  <a:lnTo>
                    <a:pt x="3065" y="381832"/>
                  </a:lnTo>
                  <a:lnTo>
                    <a:pt x="0" y="336200"/>
                  </a:lnTo>
                  <a:lnTo>
                    <a:pt x="3075" y="290570"/>
                  </a:lnTo>
                  <a:lnTo>
                    <a:pt x="12023" y="246807"/>
                  </a:lnTo>
                  <a:lnTo>
                    <a:pt x="26443" y="205312"/>
                  </a:lnTo>
                  <a:lnTo>
                    <a:pt x="45934" y="166486"/>
                  </a:lnTo>
                  <a:lnTo>
                    <a:pt x="70095" y="130729"/>
                  </a:lnTo>
                  <a:lnTo>
                    <a:pt x="98524" y="98443"/>
                  </a:lnTo>
                  <a:lnTo>
                    <a:pt x="130820" y="70026"/>
                  </a:lnTo>
                  <a:lnTo>
                    <a:pt x="166583" y="45880"/>
                  </a:lnTo>
                  <a:lnTo>
                    <a:pt x="205411" y="26406"/>
                  </a:lnTo>
                  <a:lnTo>
                    <a:pt x="246905" y="12002"/>
                  </a:lnTo>
                  <a:lnTo>
                    <a:pt x="290662" y="3069"/>
                  </a:lnTo>
                  <a:lnTo>
                    <a:pt x="336283" y="0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293208" y="9189713"/>
            <a:ext cx="9988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90">
                <a:solidFill>
                  <a:srgbClr val="FF3131"/>
                </a:solidFill>
                <a:latin typeface="Dotum"/>
                <a:cs typeface="Dotum"/>
              </a:rPr>
              <a:t>After</a:t>
            </a:r>
            <a:endParaRPr sz="3000">
              <a:latin typeface="Dotum"/>
              <a:cs typeface="Dotum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568242" y="2393814"/>
            <a:ext cx="2922905" cy="6391275"/>
            <a:chOff x="10568242" y="2393814"/>
            <a:chExt cx="2922905" cy="63912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8723" y="2424294"/>
              <a:ext cx="2861609" cy="633409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587292" y="2412864"/>
              <a:ext cx="2884805" cy="6353175"/>
            </a:xfrm>
            <a:custGeom>
              <a:avLst/>
              <a:gdLst/>
              <a:ahLst/>
              <a:cxnLst/>
              <a:rect l="l" t="t" r="r" b="b"/>
              <a:pathLst>
                <a:path w="2884805" h="6353175">
                  <a:moveTo>
                    <a:pt x="2884437" y="6353174"/>
                  </a:moveTo>
                  <a:lnTo>
                    <a:pt x="2884437" y="0"/>
                  </a:lnTo>
                  <a:lnTo>
                    <a:pt x="0" y="0"/>
                  </a:lnTo>
                  <a:lnTo>
                    <a:pt x="0" y="635317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13824574" y="2425599"/>
            <a:ext cx="3038475" cy="6391275"/>
            <a:chOff x="13824574" y="2425599"/>
            <a:chExt cx="3038475" cy="639127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5055" y="2456079"/>
              <a:ext cx="2980802" cy="633409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843624" y="2444649"/>
              <a:ext cx="3000375" cy="6353175"/>
            </a:xfrm>
            <a:custGeom>
              <a:avLst/>
              <a:gdLst/>
              <a:ahLst/>
              <a:cxnLst/>
              <a:rect l="l" t="t" r="r" b="b"/>
              <a:pathLst>
                <a:path w="3000375" h="6353175">
                  <a:moveTo>
                    <a:pt x="3000375" y="0"/>
                  </a:moveTo>
                  <a:lnTo>
                    <a:pt x="0" y="0"/>
                  </a:lnTo>
                  <a:lnTo>
                    <a:pt x="0" y="635317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0"/>
              <a:t>프로토타입</a:t>
            </a:r>
            <a:r>
              <a:rPr dirty="0" spc="-355"/>
              <a:t> </a:t>
            </a:r>
            <a:r>
              <a:rPr dirty="0" spc="-409"/>
              <a:t>개선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07467" y="360412"/>
            <a:ext cx="53213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35">
                <a:solidFill>
                  <a:srgbClr val="3234AC"/>
                </a:solidFill>
                <a:latin typeface="Dotum"/>
                <a:cs typeface="Dotum"/>
              </a:rPr>
              <a:t>03</a:t>
            </a:r>
            <a:endParaRPr sz="3300">
              <a:latin typeface="Dotum"/>
              <a:cs typeface="Dotum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09649" y="2429518"/>
            <a:ext cx="3038475" cy="6391275"/>
            <a:chOff x="1009649" y="2429518"/>
            <a:chExt cx="3038475" cy="639127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0129" y="2459998"/>
              <a:ext cx="2980802" cy="633409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28699" y="2448568"/>
              <a:ext cx="3000375" cy="6353175"/>
            </a:xfrm>
            <a:custGeom>
              <a:avLst/>
              <a:gdLst/>
              <a:ahLst/>
              <a:cxnLst/>
              <a:rect l="l" t="t" r="r" b="b"/>
              <a:pathLst>
                <a:path w="3000375" h="6353175">
                  <a:moveTo>
                    <a:pt x="3000374" y="0"/>
                  </a:moveTo>
                  <a:lnTo>
                    <a:pt x="0" y="0"/>
                  </a:lnTo>
                  <a:lnTo>
                    <a:pt x="0" y="635317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4385175" y="2429518"/>
            <a:ext cx="2922905" cy="6391275"/>
            <a:chOff x="4385175" y="2429518"/>
            <a:chExt cx="2922905" cy="6391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5655" y="2459998"/>
              <a:ext cx="2861609" cy="63340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404225" y="2448568"/>
              <a:ext cx="2884805" cy="6353175"/>
            </a:xfrm>
            <a:custGeom>
              <a:avLst/>
              <a:gdLst/>
              <a:ahLst/>
              <a:cxnLst/>
              <a:rect l="l" t="t" r="r" b="b"/>
              <a:pathLst>
                <a:path w="2884804" h="6353175">
                  <a:moveTo>
                    <a:pt x="2884437" y="6353174"/>
                  </a:moveTo>
                  <a:lnTo>
                    <a:pt x="2884437" y="0"/>
                  </a:lnTo>
                  <a:lnTo>
                    <a:pt x="0" y="0"/>
                  </a:lnTo>
                  <a:lnTo>
                    <a:pt x="0" y="635317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3415049" y="9103622"/>
            <a:ext cx="1978660" cy="876300"/>
            <a:chOff x="3415049" y="9103622"/>
            <a:chExt cx="1978660" cy="876300"/>
          </a:xfrm>
        </p:grpSpPr>
        <p:sp>
          <p:nvSpPr>
            <p:cNvPr id="22" name="object 22"/>
            <p:cNvSpPr/>
            <p:nvPr/>
          </p:nvSpPr>
          <p:spPr>
            <a:xfrm>
              <a:off x="3453149" y="9141722"/>
              <a:ext cx="1902460" cy="805180"/>
            </a:xfrm>
            <a:custGeom>
              <a:avLst/>
              <a:gdLst/>
              <a:ahLst/>
              <a:cxnLst/>
              <a:rect l="l" t="t" r="r" b="b"/>
              <a:pathLst>
                <a:path w="1902460" h="805179">
                  <a:moveTo>
                    <a:pt x="1499771" y="804764"/>
                  </a:moveTo>
                  <a:lnTo>
                    <a:pt x="402382" y="804764"/>
                  </a:lnTo>
                  <a:lnTo>
                    <a:pt x="355455" y="802057"/>
                  </a:lnTo>
                  <a:lnTo>
                    <a:pt x="310119" y="794137"/>
                  </a:lnTo>
                  <a:lnTo>
                    <a:pt x="266675" y="781306"/>
                  </a:lnTo>
                  <a:lnTo>
                    <a:pt x="225424" y="763865"/>
                  </a:lnTo>
                  <a:lnTo>
                    <a:pt x="186669" y="742118"/>
                  </a:lnTo>
                  <a:lnTo>
                    <a:pt x="150712" y="716365"/>
                  </a:lnTo>
                  <a:lnTo>
                    <a:pt x="117855" y="686909"/>
                  </a:lnTo>
                  <a:lnTo>
                    <a:pt x="88398" y="654051"/>
                  </a:lnTo>
                  <a:lnTo>
                    <a:pt x="62646" y="618094"/>
                  </a:lnTo>
                  <a:lnTo>
                    <a:pt x="40898" y="579339"/>
                  </a:lnTo>
                  <a:lnTo>
                    <a:pt x="23458" y="538089"/>
                  </a:lnTo>
                  <a:lnTo>
                    <a:pt x="10627" y="494644"/>
                  </a:lnTo>
                  <a:lnTo>
                    <a:pt x="2707" y="449308"/>
                  </a:lnTo>
                  <a:lnTo>
                    <a:pt x="0" y="402382"/>
                  </a:lnTo>
                  <a:lnTo>
                    <a:pt x="2707" y="355456"/>
                  </a:lnTo>
                  <a:lnTo>
                    <a:pt x="10627" y="310119"/>
                  </a:lnTo>
                  <a:lnTo>
                    <a:pt x="23458" y="266675"/>
                  </a:lnTo>
                  <a:lnTo>
                    <a:pt x="40898" y="225424"/>
                  </a:lnTo>
                  <a:lnTo>
                    <a:pt x="62646" y="186670"/>
                  </a:lnTo>
                  <a:lnTo>
                    <a:pt x="88398" y="150712"/>
                  </a:lnTo>
                  <a:lnTo>
                    <a:pt x="117855" y="117855"/>
                  </a:lnTo>
                  <a:lnTo>
                    <a:pt x="150712" y="88399"/>
                  </a:lnTo>
                  <a:lnTo>
                    <a:pt x="186669" y="62646"/>
                  </a:lnTo>
                  <a:lnTo>
                    <a:pt x="225424" y="40898"/>
                  </a:lnTo>
                  <a:lnTo>
                    <a:pt x="266675" y="23458"/>
                  </a:lnTo>
                  <a:lnTo>
                    <a:pt x="310119" y="10627"/>
                  </a:lnTo>
                  <a:lnTo>
                    <a:pt x="355455" y="2707"/>
                  </a:lnTo>
                  <a:lnTo>
                    <a:pt x="402382" y="0"/>
                  </a:lnTo>
                  <a:lnTo>
                    <a:pt x="1499771" y="0"/>
                  </a:lnTo>
                  <a:lnTo>
                    <a:pt x="1546697" y="2707"/>
                  </a:lnTo>
                  <a:lnTo>
                    <a:pt x="1592033" y="10627"/>
                  </a:lnTo>
                  <a:lnTo>
                    <a:pt x="1635478" y="23458"/>
                  </a:lnTo>
                  <a:lnTo>
                    <a:pt x="1676728" y="40898"/>
                  </a:lnTo>
                  <a:lnTo>
                    <a:pt x="1715483" y="62646"/>
                  </a:lnTo>
                  <a:lnTo>
                    <a:pt x="1751440" y="88399"/>
                  </a:lnTo>
                  <a:lnTo>
                    <a:pt x="1784298" y="117855"/>
                  </a:lnTo>
                  <a:lnTo>
                    <a:pt x="1813754" y="150712"/>
                  </a:lnTo>
                  <a:lnTo>
                    <a:pt x="1839507" y="186670"/>
                  </a:lnTo>
                  <a:lnTo>
                    <a:pt x="1861254" y="225424"/>
                  </a:lnTo>
                  <a:lnTo>
                    <a:pt x="1878694" y="266675"/>
                  </a:lnTo>
                  <a:lnTo>
                    <a:pt x="1891525" y="310119"/>
                  </a:lnTo>
                  <a:lnTo>
                    <a:pt x="1899445" y="355456"/>
                  </a:lnTo>
                  <a:lnTo>
                    <a:pt x="1901883" y="397719"/>
                  </a:lnTo>
                  <a:lnTo>
                    <a:pt x="1901883" y="407045"/>
                  </a:lnTo>
                  <a:lnTo>
                    <a:pt x="1899445" y="449308"/>
                  </a:lnTo>
                  <a:lnTo>
                    <a:pt x="1891525" y="494644"/>
                  </a:lnTo>
                  <a:lnTo>
                    <a:pt x="1878694" y="538089"/>
                  </a:lnTo>
                  <a:lnTo>
                    <a:pt x="1861254" y="579339"/>
                  </a:lnTo>
                  <a:lnTo>
                    <a:pt x="1839507" y="618094"/>
                  </a:lnTo>
                  <a:lnTo>
                    <a:pt x="1813754" y="654051"/>
                  </a:lnTo>
                  <a:lnTo>
                    <a:pt x="1784298" y="686909"/>
                  </a:lnTo>
                  <a:lnTo>
                    <a:pt x="1751440" y="716365"/>
                  </a:lnTo>
                  <a:lnTo>
                    <a:pt x="1715483" y="742118"/>
                  </a:lnTo>
                  <a:lnTo>
                    <a:pt x="1676728" y="763865"/>
                  </a:lnTo>
                  <a:lnTo>
                    <a:pt x="1635478" y="781306"/>
                  </a:lnTo>
                  <a:lnTo>
                    <a:pt x="1592033" y="794137"/>
                  </a:lnTo>
                  <a:lnTo>
                    <a:pt x="1546697" y="802057"/>
                  </a:lnTo>
                  <a:lnTo>
                    <a:pt x="1499771" y="8047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53149" y="9141722"/>
              <a:ext cx="1902460" cy="800100"/>
            </a:xfrm>
            <a:custGeom>
              <a:avLst/>
              <a:gdLst/>
              <a:ahLst/>
              <a:cxnLst/>
              <a:rect l="l" t="t" r="r" b="b"/>
              <a:pathLst>
                <a:path w="1902460" h="800100">
                  <a:moveTo>
                    <a:pt x="344528" y="800099"/>
                  </a:moveTo>
                  <a:lnTo>
                    <a:pt x="266656" y="781254"/>
                  </a:lnTo>
                  <a:lnTo>
                    <a:pt x="225409" y="763815"/>
                  </a:lnTo>
                  <a:lnTo>
                    <a:pt x="186657" y="742069"/>
                  </a:lnTo>
                  <a:lnTo>
                    <a:pt x="150702" y="716318"/>
                  </a:lnTo>
                  <a:lnTo>
                    <a:pt x="117846" y="686864"/>
                  </a:lnTo>
                  <a:lnTo>
                    <a:pt x="88392" y="654009"/>
                  </a:lnTo>
                  <a:lnTo>
                    <a:pt x="62641" y="618054"/>
                  </a:lnTo>
                  <a:lnTo>
                    <a:pt x="40895" y="579302"/>
                  </a:lnTo>
                  <a:lnTo>
                    <a:pt x="23456" y="538054"/>
                  </a:lnTo>
                  <a:lnTo>
                    <a:pt x="10626" y="494613"/>
                  </a:lnTo>
                  <a:lnTo>
                    <a:pt x="2706" y="449279"/>
                  </a:lnTo>
                  <a:lnTo>
                    <a:pt x="0" y="402356"/>
                  </a:lnTo>
                  <a:lnTo>
                    <a:pt x="2706" y="355433"/>
                  </a:lnTo>
                  <a:lnTo>
                    <a:pt x="10626" y="310100"/>
                  </a:lnTo>
                  <a:lnTo>
                    <a:pt x="23456" y="266659"/>
                  </a:lnTo>
                  <a:lnTo>
                    <a:pt x="40895" y="225411"/>
                  </a:lnTo>
                  <a:lnTo>
                    <a:pt x="62641" y="186659"/>
                  </a:lnTo>
                  <a:lnTo>
                    <a:pt x="88392" y="150704"/>
                  </a:lnTo>
                  <a:lnTo>
                    <a:pt x="117846" y="117849"/>
                  </a:lnTo>
                  <a:lnTo>
                    <a:pt x="150702" y="88395"/>
                  </a:lnTo>
                  <a:lnTo>
                    <a:pt x="186657" y="62644"/>
                  </a:lnTo>
                  <a:lnTo>
                    <a:pt x="225409" y="40898"/>
                  </a:lnTo>
                  <a:lnTo>
                    <a:pt x="266657" y="23459"/>
                  </a:lnTo>
                  <a:lnTo>
                    <a:pt x="310098" y="10628"/>
                  </a:lnTo>
                  <a:lnTo>
                    <a:pt x="355431" y="2709"/>
                  </a:lnTo>
                  <a:lnTo>
                    <a:pt x="402354" y="0"/>
                  </a:lnTo>
                  <a:lnTo>
                    <a:pt x="1499668" y="0"/>
                  </a:lnTo>
                  <a:lnTo>
                    <a:pt x="1546591" y="2709"/>
                  </a:lnTo>
                  <a:lnTo>
                    <a:pt x="1591925" y="10628"/>
                  </a:lnTo>
                  <a:lnTo>
                    <a:pt x="1635366" y="23459"/>
                  </a:lnTo>
                  <a:lnTo>
                    <a:pt x="1676614" y="40898"/>
                  </a:lnTo>
                  <a:lnTo>
                    <a:pt x="1715366" y="62644"/>
                  </a:lnTo>
                  <a:lnTo>
                    <a:pt x="1751321" y="88395"/>
                  </a:lnTo>
                  <a:lnTo>
                    <a:pt x="1784176" y="117849"/>
                  </a:lnTo>
                  <a:lnTo>
                    <a:pt x="1813630" y="150704"/>
                  </a:lnTo>
                  <a:lnTo>
                    <a:pt x="1839381" y="186659"/>
                  </a:lnTo>
                  <a:lnTo>
                    <a:pt x="1861127" y="225411"/>
                  </a:lnTo>
                  <a:lnTo>
                    <a:pt x="1878566" y="266659"/>
                  </a:lnTo>
                  <a:lnTo>
                    <a:pt x="1891397" y="310100"/>
                  </a:lnTo>
                  <a:lnTo>
                    <a:pt x="1899316" y="355433"/>
                  </a:lnTo>
                  <a:lnTo>
                    <a:pt x="1902023" y="402356"/>
                  </a:lnTo>
                  <a:lnTo>
                    <a:pt x="1899316" y="449279"/>
                  </a:lnTo>
                  <a:lnTo>
                    <a:pt x="1891397" y="494613"/>
                  </a:lnTo>
                  <a:lnTo>
                    <a:pt x="1878566" y="538054"/>
                  </a:lnTo>
                  <a:lnTo>
                    <a:pt x="1861127" y="579302"/>
                  </a:lnTo>
                  <a:lnTo>
                    <a:pt x="1839381" y="618054"/>
                  </a:lnTo>
                  <a:lnTo>
                    <a:pt x="1813630" y="654009"/>
                  </a:lnTo>
                  <a:lnTo>
                    <a:pt x="1784176" y="686864"/>
                  </a:lnTo>
                  <a:lnTo>
                    <a:pt x="1751321" y="716318"/>
                  </a:lnTo>
                  <a:lnTo>
                    <a:pt x="1715366" y="742069"/>
                  </a:lnTo>
                  <a:lnTo>
                    <a:pt x="1676614" y="763815"/>
                  </a:lnTo>
                  <a:lnTo>
                    <a:pt x="1635366" y="781254"/>
                  </a:lnTo>
                  <a:lnTo>
                    <a:pt x="1591925" y="794085"/>
                  </a:lnTo>
                  <a:lnTo>
                    <a:pt x="1557494" y="800099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795369" y="9306854"/>
            <a:ext cx="12179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14">
                <a:solidFill>
                  <a:srgbClr val="3234AC"/>
                </a:solidFill>
                <a:latin typeface="Dotum"/>
                <a:cs typeface="Dotum"/>
              </a:rPr>
              <a:t>Before</a:t>
            </a:r>
            <a:endParaRPr sz="2800">
              <a:latin typeface="Dotum"/>
              <a:cs typeface="Dotum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728941" y="1595942"/>
            <a:ext cx="678815" cy="678815"/>
          </a:xfrm>
          <a:custGeom>
            <a:avLst/>
            <a:gdLst/>
            <a:ahLst/>
            <a:cxnLst/>
            <a:rect l="l" t="t" r="r" b="b"/>
            <a:pathLst>
              <a:path w="678815" h="678814">
                <a:moveTo>
                  <a:pt x="516618" y="678543"/>
                </a:moveTo>
                <a:lnTo>
                  <a:pt x="161925" y="678543"/>
                </a:lnTo>
                <a:lnTo>
                  <a:pt x="130187" y="675403"/>
                </a:lnTo>
                <a:lnTo>
                  <a:pt x="72088" y="651337"/>
                </a:lnTo>
                <a:lnTo>
                  <a:pt x="27205" y="606454"/>
                </a:lnTo>
                <a:lnTo>
                  <a:pt x="3140" y="548355"/>
                </a:lnTo>
                <a:lnTo>
                  <a:pt x="0" y="516618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516618" y="0"/>
                </a:lnTo>
                <a:lnTo>
                  <a:pt x="578583" y="12325"/>
                </a:lnTo>
                <a:lnTo>
                  <a:pt x="631115" y="47426"/>
                </a:lnTo>
                <a:lnTo>
                  <a:pt x="666217" y="99959"/>
                </a:lnTo>
                <a:lnTo>
                  <a:pt x="678543" y="161925"/>
                </a:lnTo>
                <a:lnTo>
                  <a:pt x="678543" y="516618"/>
                </a:lnTo>
                <a:lnTo>
                  <a:pt x="666217" y="578584"/>
                </a:lnTo>
                <a:lnTo>
                  <a:pt x="631115" y="631116"/>
                </a:lnTo>
                <a:lnTo>
                  <a:pt x="578583" y="666217"/>
                </a:lnTo>
                <a:lnTo>
                  <a:pt x="516618" y="678543"/>
                </a:lnTo>
                <a:close/>
              </a:path>
            </a:pathLst>
          </a:custGeom>
          <a:solidFill>
            <a:srgbClr val="323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929408" y="1631594"/>
            <a:ext cx="3079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55">
                <a:solidFill>
                  <a:srgbClr val="FFFFFF"/>
                </a:solidFill>
                <a:latin typeface="Dotum"/>
                <a:cs typeface="Dotum"/>
              </a:rPr>
              <a:t>2</a:t>
            </a:r>
            <a:endParaRPr sz="3600">
              <a:latin typeface="Dotum"/>
              <a:cs typeface="Dotum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173303" y="4939483"/>
            <a:ext cx="1536065" cy="1838325"/>
          </a:xfrm>
          <a:custGeom>
            <a:avLst/>
            <a:gdLst/>
            <a:ahLst/>
            <a:cxnLst/>
            <a:rect l="l" t="t" r="r" b="b"/>
            <a:pathLst>
              <a:path w="1536065" h="1838325">
                <a:moveTo>
                  <a:pt x="73727" y="1076556"/>
                </a:moveTo>
                <a:lnTo>
                  <a:pt x="41266" y="1008538"/>
                </a:lnTo>
                <a:lnTo>
                  <a:pt x="18037" y="937873"/>
                </a:lnTo>
                <a:lnTo>
                  <a:pt x="4283" y="865841"/>
                </a:lnTo>
                <a:lnTo>
                  <a:pt x="42" y="795238"/>
                </a:lnTo>
                <a:lnTo>
                  <a:pt x="0" y="792800"/>
                </a:lnTo>
                <a:lnTo>
                  <a:pt x="1216" y="761501"/>
                </a:lnTo>
                <a:lnTo>
                  <a:pt x="5195" y="720582"/>
                </a:lnTo>
                <a:lnTo>
                  <a:pt x="19955" y="649027"/>
                </a:lnTo>
                <a:lnTo>
                  <a:pt x="44314" y="579305"/>
                </a:lnTo>
                <a:lnTo>
                  <a:pt x="78321" y="512252"/>
                </a:lnTo>
                <a:lnTo>
                  <a:pt x="98956" y="479988"/>
                </a:lnTo>
                <a:lnTo>
                  <a:pt x="122022" y="448705"/>
                </a:lnTo>
                <a:lnTo>
                  <a:pt x="147522" y="418508"/>
                </a:lnTo>
                <a:lnTo>
                  <a:pt x="175464" y="389501"/>
                </a:lnTo>
                <a:lnTo>
                  <a:pt x="205853" y="361788"/>
                </a:lnTo>
                <a:lnTo>
                  <a:pt x="238695" y="335476"/>
                </a:lnTo>
                <a:lnTo>
                  <a:pt x="273997" y="310667"/>
                </a:lnTo>
                <a:lnTo>
                  <a:pt x="311763" y="287466"/>
                </a:lnTo>
                <a:lnTo>
                  <a:pt x="352001" y="265979"/>
                </a:lnTo>
                <a:lnTo>
                  <a:pt x="394715" y="246310"/>
                </a:lnTo>
                <a:lnTo>
                  <a:pt x="439913" y="228563"/>
                </a:lnTo>
                <a:lnTo>
                  <a:pt x="487599" y="212843"/>
                </a:lnTo>
                <a:lnTo>
                  <a:pt x="537779" y="199254"/>
                </a:lnTo>
                <a:lnTo>
                  <a:pt x="590460" y="187902"/>
                </a:lnTo>
                <a:lnTo>
                  <a:pt x="645648" y="178890"/>
                </a:lnTo>
                <a:lnTo>
                  <a:pt x="703348" y="172323"/>
                </a:lnTo>
                <a:lnTo>
                  <a:pt x="763567" y="168307"/>
                </a:lnTo>
                <a:lnTo>
                  <a:pt x="826310" y="166945"/>
                </a:lnTo>
                <a:lnTo>
                  <a:pt x="826310" y="14018"/>
                </a:lnTo>
                <a:lnTo>
                  <a:pt x="830814" y="6967"/>
                </a:lnTo>
                <a:lnTo>
                  <a:pt x="845785" y="0"/>
                </a:lnTo>
                <a:lnTo>
                  <a:pt x="854101" y="1085"/>
                </a:lnTo>
                <a:lnTo>
                  <a:pt x="1330787" y="398746"/>
                </a:lnTo>
                <a:lnTo>
                  <a:pt x="1333364" y="404498"/>
                </a:lnTo>
                <a:lnTo>
                  <a:pt x="1332940" y="417656"/>
                </a:lnTo>
                <a:lnTo>
                  <a:pt x="1329999" y="423228"/>
                </a:lnTo>
                <a:lnTo>
                  <a:pt x="1095229" y="594911"/>
                </a:lnTo>
                <a:lnTo>
                  <a:pt x="826313" y="594911"/>
                </a:lnTo>
                <a:lnTo>
                  <a:pt x="790755" y="595129"/>
                </a:lnTo>
                <a:lnTo>
                  <a:pt x="715854" y="597537"/>
                </a:lnTo>
                <a:lnTo>
                  <a:pt x="676950" y="600171"/>
                </a:lnTo>
                <a:lnTo>
                  <a:pt x="637371" y="604055"/>
                </a:lnTo>
                <a:lnTo>
                  <a:pt x="597335" y="609412"/>
                </a:lnTo>
                <a:lnTo>
                  <a:pt x="557062" y="616462"/>
                </a:lnTo>
                <a:lnTo>
                  <a:pt x="516772" y="625428"/>
                </a:lnTo>
                <a:lnTo>
                  <a:pt x="476683" y="636533"/>
                </a:lnTo>
                <a:lnTo>
                  <a:pt x="437016" y="649998"/>
                </a:lnTo>
                <a:lnTo>
                  <a:pt x="397989" y="666046"/>
                </a:lnTo>
                <a:lnTo>
                  <a:pt x="359822" y="684899"/>
                </a:lnTo>
                <a:lnTo>
                  <a:pt x="322734" y="706779"/>
                </a:lnTo>
                <a:lnTo>
                  <a:pt x="286945" y="731907"/>
                </a:lnTo>
                <a:lnTo>
                  <a:pt x="252675" y="760507"/>
                </a:lnTo>
                <a:lnTo>
                  <a:pt x="220143" y="792800"/>
                </a:lnTo>
                <a:lnTo>
                  <a:pt x="189567" y="829008"/>
                </a:lnTo>
                <a:lnTo>
                  <a:pt x="161168" y="869354"/>
                </a:lnTo>
                <a:lnTo>
                  <a:pt x="135166" y="914060"/>
                </a:lnTo>
                <a:lnTo>
                  <a:pt x="111778" y="963347"/>
                </a:lnTo>
                <a:lnTo>
                  <a:pt x="91226" y="1017439"/>
                </a:lnTo>
                <a:lnTo>
                  <a:pt x="73727" y="1076556"/>
                </a:lnTo>
                <a:close/>
              </a:path>
              <a:path w="1536065" h="1838325">
                <a:moveTo>
                  <a:pt x="844870" y="772766"/>
                </a:moveTo>
                <a:lnTo>
                  <a:pt x="830545" y="765530"/>
                </a:lnTo>
                <a:lnTo>
                  <a:pt x="826313" y="758672"/>
                </a:lnTo>
                <a:lnTo>
                  <a:pt x="826313" y="594911"/>
                </a:lnTo>
                <a:lnTo>
                  <a:pt x="1095229" y="594911"/>
                </a:lnTo>
                <a:lnTo>
                  <a:pt x="852921" y="772107"/>
                </a:lnTo>
                <a:lnTo>
                  <a:pt x="844870" y="772766"/>
                </a:lnTo>
                <a:close/>
              </a:path>
              <a:path w="1536065" h="1838325">
                <a:moveTo>
                  <a:pt x="1497489" y="1243146"/>
                </a:moveTo>
                <a:lnTo>
                  <a:pt x="709455" y="1243146"/>
                </a:lnTo>
                <a:lnTo>
                  <a:pt x="745014" y="1242929"/>
                </a:lnTo>
                <a:lnTo>
                  <a:pt x="781907" y="1242127"/>
                </a:lnTo>
                <a:lnTo>
                  <a:pt x="858818" y="1237886"/>
                </a:lnTo>
                <a:lnTo>
                  <a:pt x="898397" y="1234002"/>
                </a:lnTo>
                <a:lnTo>
                  <a:pt x="938433" y="1228646"/>
                </a:lnTo>
                <a:lnTo>
                  <a:pt x="978705" y="1221596"/>
                </a:lnTo>
                <a:lnTo>
                  <a:pt x="1018996" y="1212629"/>
                </a:lnTo>
                <a:lnTo>
                  <a:pt x="1059084" y="1201524"/>
                </a:lnTo>
                <a:lnTo>
                  <a:pt x="1098752" y="1188059"/>
                </a:lnTo>
                <a:lnTo>
                  <a:pt x="1137778" y="1172011"/>
                </a:lnTo>
                <a:lnTo>
                  <a:pt x="1175945" y="1153158"/>
                </a:lnTo>
                <a:lnTo>
                  <a:pt x="1213032" y="1131279"/>
                </a:lnTo>
                <a:lnTo>
                  <a:pt x="1248821" y="1106150"/>
                </a:lnTo>
                <a:lnTo>
                  <a:pt x="1283091" y="1077551"/>
                </a:lnTo>
                <a:lnTo>
                  <a:pt x="1315623" y="1045258"/>
                </a:lnTo>
                <a:lnTo>
                  <a:pt x="1346198" y="1009049"/>
                </a:lnTo>
                <a:lnTo>
                  <a:pt x="1374597" y="968703"/>
                </a:lnTo>
                <a:lnTo>
                  <a:pt x="1400600" y="923998"/>
                </a:lnTo>
                <a:lnTo>
                  <a:pt x="1423987" y="874710"/>
                </a:lnTo>
                <a:lnTo>
                  <a:pt x="1444539" y="820619"/>
                </a:lnTo>
                <a:lnTo>
                  <a:pt x="1462038" y="761501"/>
                </a:lnTo>
                <a:lnTo>
                  <a:pt x="1479468" y="795238"/>
                </a:lnTo>
                <a:lnTo>
                  <a:pt x="1507319" y="864684"/>
                </a:lnTo>
                <a:lnTo>
                  <a:pt x="1525784" y="936063"/>
                </a:lnTo>
                <a:lnTo>
                  <a:pt x="1534801" y="1008390"/>
                </a:lnTo>
                <a:lnTo>
                  <a:pt x="1535765" y="1045258"/>
                </a:lnTo>
                <a:lnTo>
                  <a:pt x="1534548" y="1076556"/>
                </a:lnTo>
                <a:lnTo>
                  <a:pt x="1534438" y="1079385"/>
                </a:lnTo>
                <a:lnTo>
                  <a:pt x="1534365" y="1081273"/>
                </a:lnTo>
                <a:lnTo>
                  <a:pt x="1524433" y="1153158"/>
                </a:lnTo>
                <a:lnTo>
                  <a:pt x="1504832" y="1224173"/>
                </a:lnTo>
                <a:lnTo>
                  <a:pt x="1497574" y="1242929"/>
                </a:lnTo>
                <a:lnTo>
                  <a:pt x="1497489" y="1243146"/>
                </a:lnTo>
                <a:close/>
              </a:path>
              <a:path w="1536065" h="1838325">
                <a:moveTo>
                  <a:pt x="689976" y="1838062"/>
                </a:moveTo>
                <a:lnTo>
                  <a:pt x="681664" y="1836977"/>
                </a:lnTo>
                <a:lnTo>
                  <a:pt x="204982" y="1439312"/>
                </a:lnTo>
                <a:lnTo>
                  <a:pt x="202401" y="1433559"/>
                </a:lnTo>
                <a:lnTo>
                  <a:pt x="202824" y="1420405"/>
                </a:lnTo>
                <a:lnTo>
                  <a:pt x="205765" y="1414830"/>
                </a:lnTo>
                <a:lnTo>
                  <a:pt x="682851" y="1065951"/>
                </a:lnTo>
                <a:lnTo>
                  <a:pt x="690899" y="1065296"/>
                </a:lnTo>
                <a:lnTo>
                  <a:pt x="705228" y="1072528"/>
                </a:lnTo>
                <a:lnTo>
                  <a:pt x="709455" y="1079385"/>
                </a:lnTo>
                <a:lnTo>
                  <a:pt x="709455" y="1243146"/>
                </a:lnTo>
                <a:lnTo>
                  <a:pt x="1497489" y="1243146"/>
                </a:lnTo>
                <a:lnTo>
                  <a:pt x="1475655" y="1292665"/>
                </a:lnTo>
                <a:lnTo>
                  <a:pt x="1436807" y="1358069"/>
                </a:lnTo>
                <a:lnTo>
                  <a:pt x="1413742" y="1389352"/>
                </a:lnTo>
                <a:lnTo>
                  <a:pt x="1388241" y="1419550"/>
                </a:lnTo>
                <a:lnTo>
                  <a:pt x="1360299" y="1448557"/>
                </a:lnTo>
                <a:lnTo>
                  <a:pt x="1329910" y="1476269"/>
                </a:lnTo>
                <a:lnTo>
                  <a:pt x="1297068" y="1502582"/>
                </a:lnTo>
                <a:lnTo>
                  <a:pt x="1261766" y="1527391"/>
                </a:lnTo>
                <a:lnTo>
                  <a:pt x="1224000" y="1550591"/>
                </a:lnTo>
                <a:lnTo>
                  <a:pt x="1183762" y="1572078"/>
                </a:lnTo>
                <a:lnTo>
                  <a:pt x="1141048" y="1591748"/>
                </a:lnTo>
                <a:lnTo>
                  <a:pt x="1095851" y="1609495"/>
                </a:lnTo>
                <a:lnTo>
                  <a:pt x="1048165" y="1625215"/>
                </a:lnTo>
                <a:lnTo>
                  <a:pt x="997985" y="1638803"/>
                </a:lnTo>
                <a:lnTo>
                  <a:pt x="945304" y="1650156"/>
                </a:lnTo>
                <a:lnTo>
                  <a:pt x="890116" y="1659168"/>
                </a:lnTo>
                <a:lnTo>
                  <a:pt x="832416" y="1665734"/>
                </a:lnTo>
                <a:lnTo>
                  <a:pt x="772198" y="1669751"/>
                </a:lnTo>
                <a:lnTo>
                  <a:pt x="709455" y="1671113"/>
                </a:lnTo>
                <a:lnTo>
                  <a:pt x="709455" y="1824040"/>
                </a:lnTo>
                <a:lnTo>
                  <a:pt x="704955" y="1831090"/>
                </a:lnTo>
                <a:lnTo>
                  <a:pt x="689976" y="1838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7452528" y="1566961"/>
            <a:ext cx="3911600" cy="752475"/>
            <a:chOff x="7452528" y="1566961"/>
            <a:chExt cx="3911600" cy="752475"/>
          </a:xfrm>
        </p:grpSpPr>
        <p:sp>
          <p:nvSpPr>
            <p:cNvPr id="29" name="object 29"/>
            <p:cNvSpPr/>
            <p:nvPr/>
          </p:nvSpPr>
          <p:spPr>
            <a:xfrm>
              <a:off x="7490627" y="1605061"/>
              <a:ext cx="3835400" cy="678815"/>
            </a:xfrm>
            <a:custGeom>
              <a:avLst/>
              <a:gdLst/>
              <a:ahLst/>
              <a:cxnLst/>
              <a:rect l="l" t="t" r="r" b="b"/>
              <a:pathLst>
                <a:path w="3835400" h="678814">
                  <a:moveTo>
                    <a:pt x="3495955" y="678543"/>
                  </a:moveTo>
                  <a:lnTo>
                    <a:pt x="339271" y="678543"/>
                  </a:lnTo>
                  <a:lnTo>
                    <a:pt x="293234" y="675445"/>
                  </a:lnTo>
                  <a:lnTo>
                    <a:pt x="249079" y="666424"/>
                  </a:lnTo>
                  <a:lnTo>
                    <a:pt x="207211" y="651881"/>
                  </a:lnTo>
                  <a:lnTo>
                    <a:pt x="168034" y="632222"/>
                  </a:lnTo>
                  <a:lnTo>
                    <a:pt x="131952" y="607851"/>
                  </a:lnTo>
                  <a:lnTo>
                    <a:pt x="99370" y="579172"/>
                  </a:lnTo>
                  <a:lnTo>
                    <a:pt x="70691" y="546590"/>
                  </a:lnTo>
                  <a:lnTo>
                    <a:pt x="46320" y="510508"/>
                  </a:lnTo>
                  <a:lnTo>
                    <a:pt x="26661" y="471331"/>
                  </a:lnTo>
                  <a:lnTo>
                    <a:pt x="12119" y="429463"/>
                  </a:lnTo>
                  <a:lnTo>
                    <a:pt x="3097" y="385308"/>
                  </a:lnTo>
                  <a:lnTo>
                    <a:pt x="0" y="339271"/>
                  </a:lnTo>
                  <a:lnTo>
                    <a:pt x="3097" y="293234"/>
                  </a:lnTo>
                  <a:lnTo>
                    <a:pt x="12119" y="249079"/>
                  </a:lnTo>
                  <a:lnTo>
                    <a:pt x="26661" y="207211"/>
                  </a:lnTo>
                  <a:lnTo>
                    <a:pt x="46320" y="168034"/>
                  </a:lnTo>
                  <a:lnTo>
                    <a:pt x="70691" y="131952"/>
                  </a:lnTo>
                  <a:lnTo>
                    <a:pt x="99370" y="99370"/>
                  </a:lnTo>
                  <a:lnTo>
                    <a:pt x="131952" y="70691"/>
                  </a:lnTo>
                  <a:lnTo>
                    <a:pt x="168034" y="46320"/>
                  </a:lnTo>
                  <a:lnTo>
                    <a:pt x="207211" y="26661"/>
                  </a:lnTo>
                  <a:lnTo>
                    <a:pt x="249079" y="12119"/>
                  </a:lnTo>
                  <a:lnTo>
                    <a:pt x="293234" y="3097"/>
                  </a:lnTo>
                  <a:lnTo>
                    <a:pt x="339271" y="0"/>
                  </a:lnTo>
                  <a:lnTo>
                    <a:pt x="3495955" y="0"/>
                  </a:lnTo>
                  <a:lnTo>
                    <a:pt x="3541992" y="3097"/>
                  </a:lnTo>
                  <a:lnTo>
                    <a:pt x="3586147" y="12119"/>
                  </a:lnTo>
                  <a:lnTo>
                    <a:pt x="3628015" y="26661"/>
                  </a:lnTo>
                  <a:lnTo>
                    <a:pt x="3667192" y="46320"/>
                  </a:lnTo>
                  <a:lnTo>
                    <a:pt x="3703274" y="70691"/>
                  </a:lnTo>
                  <a:lnTo>
                    <a:pt x="3735856" y="99370"/>
                  </a:lnTo>
                  <a:lnTo>
                    <a:pt x="3764535" y="131952"/>
                  </a:lnTo>
                  <a:lnTo>
                    <a:pt x="3788906" y="168034"/>
                  </a:lnTo>
                  <a:lnTo>
                    <a:pt x="3808565" y="207211"/>
                  </a:lnTo>
                  <a:lnTo>
                    <a:pt x="3823107" y="249079"/>
                  </a:lnTo>
                  <a:lnTo>
                    <a:pt x="3832129" y="293234"/>
                  </a:lnTo>
                  <a:lnTo>
                    <a:pt x="3835227" y="339271"/>
                  </a:lnTo>
                  <a:lnTo>
                    <a:pt x="3832129" y="385308"/>
                  </a:lnTo>
                  <a:lnTo>
                    <a:pt x="3823107" y="429463"/>
                  </a:lnTo>
                  <a:lnTo>
                    <a:pt x="3808565" y="471331"/>
                  </a:lnTo>
                  <a:lnTo>
                    <a:pt x="3788906" y="510508"/>
                  </a:lnTo>
                  <a:lnTo>
                    <a:pt x="3764535" y="546590"/>
                  </a:lnTo>
                  <a:lnTo>
                    <a:pt x="3735856" y="579172"/>
                  </a:lnTo>
                  <a:lnTo>
                    <a:pt x="3703274" y="607851"/>
                  </a:lnTo>
                  <a:lnTo>
                    <a:pt x="3667192" y="632222"/>
                  </a:lnTo>
                  <a:lnTo>
                    <a:pt x="3628015" y="651881"/>
                  </a:lnTo>
                  <a:lnTo>
                    <a:pt x="3586147" y="666424"/>
                  </a:lnTo>
                  <a:lnTo>
                    <a:pt x="3541992" y="675445"/>
                  </a:lnTo>
                  <a:lnTo>
                    <a:pt x="3495955" y="678543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490628" y="1605061"/>
              <a:ext cx="3835400" cy="676275"/>
            </a:xfrm>
            <a:custGeom>
              <a:avLst/>
              <a:gdLst/>
              <a:ahLst/>
              <a:cxnLst/>
              <a:rect l="l" t="t" r="r" b="b"/>
              <a:pathLst>
                <a:path w="3835400" h="676275">
                  <a:moveTo>
                    <a:pt x="306133" y="676274"/>
                  </a:moveTo>
                  <a:lnTo>
                    <a:pt x="249129" y="666388"/>
                  </a:lnTo>
                  <a:lnTo>
                    <a:pt x="207263" y="651847"/>
                  </a:lnTo>
                  <a:lnTo>
                    <a:pt x="168088" y="632189"/>
                  </a:lnTo>
                  <a:lnTo>
                    <a:pt x="132008" y="607819"/>
                  </a:lnTo>
                  <a:lnTo>
                    <a:pt x="99428" y="579142"/>
                  </a:lnTo>
                  <a:lnTo>
                    <a:pt x="70750" y="546561"/>
                  </a:lnTo>
                  <a:lnTo>
                    <a:pt x="46381" y="510481"/>
                  </a:lnTo>
                  <a:lnTo>
                    <a:pt x="26723" y="471306"/>
                  </a:lnTo>
                  <a:lnTo>
                    <a:pt x="12181" y="429440"/>
                  </a:lnTo>
                  <a:lnTo>
                    <a:pt x="3160" y="385288"/>
                  </a:lnTo>
                  <a:lnTo>
                    <a:pt x="0" y="339249"/>
                  </a:lnTo>
                  <a:lnTo>
                    <a:pt x="3160" y="293218"/>
                  </a:lnTo>
                  <a:lnTo>
                    <a:pt x="12181" y="249066"/>
                  </a:lnTo>
                  <a:lnTo>
                    <a:pt x="26723" y="207200"/>
                  </a:lnTo>
                  <a:lnTo>
                    <a:pt x="46381" y="168025"/>
                  </a:lnTo>
                  <a:lnTo>
                    <a:pt x="70750" y="131945"/>
                  </a:lnTo>
                  <a:lnTo>
                    <a:pt x="99428" y="99365"/>
                  </a:lnTo>
                  <a:lnTo>
                    <a:pt x="132008" y="70687"/>
                  </a:lnTo>
                  <a:lnTo>
                    <a:pt x="168088" y="46318"/>
                  </a:lnTo>
                  <a:lnTo>
                    <a:pt x="207263" y="26660"/>
                  </a:lnTo>
                  <a:lnTo>
                    <a:pt x="249129" y="12118"/>
                  </a:lnTo>
                  <a:lnTo>
                    <a:pt x="293281" y="3096"/>
                  </a:lnTo>
                  <a:lnTo>
                    <a:pt x="339316" y="0"/>
                  </a:lnTo>
                  <a:lnTo>
                    <a:pt x="3495834" y="0"/>
                  </a:lnTo>
                  <a:lnTo>
                    <a:pt x="3541869" y="3096"/>
                  </a:lnTo>
                  <a:lnTo>
                    <a:pt x="3586021" y="12118"/>
                  </a:lnTo>
                  <a:lnTo>
                    <a:pt x="3627887" y="26660"/>
                  </a:lnTo>
                  <a:lnTo>
                    <a:pt x="3667062" y="46317"/>
                  </a:lnTo>
                  <a:lnTo>
                    <a:pt x="3703142" y="70687"/>
                  </a:lnTo>
                  <a:lnTo>
                    <a:pt x="3735723" y="99364"/>
                  </a:lnTo>
                  <a:lnTo>
                    <a:pt x="3764400" y="131945"/>
                  </a:lnTo>
                  <a:lnTo>
                    <a:pt x="3788770" y="168025"/>
                  </a:lnTo>
                  <a:lnTo>
                    <a:pt x="3808427" y="207200"/>
                  </a:lnTo>
                  <a:lnTo>
                    <a:pt x="3822969" y="249066"/>
                  </a:lnTo>
                  <a:lnTo>
                    <a:pt x="3831991" y="293218"/>
                  </a:lnTo>
                  <a:lnTo>
                    <a:pt x="3835088" y="339253"/>
                  </a:lnTo>
                  <a:lnTo>
                    <a:pt x="3831991" y="385288"/>
                  </a:lnTo>
                  <a:lnTo>
                    <a:pt x="3822969" y="429440"/>
                  </a:lnTo>
                  <a:lnTo>
                    <a:pt x="3808427" y="471306"/>
                  </a:lnTo>
                  <a:lnTo>
                    <a:pt x="3788770" y="510481"/>
                  </a:lnTo>
                  <a:lnTo>
                    <a:pt x="3764400" y="546561"/>
                  </a:lnTo>
                  <a:lnTo>
                    <a:pt x="3735723" y="579142"/>
                  </a:lnTo>
                  <a:lnTo>
                    <a:pt x="3703142" y="607819"/>
                  </a:lnTo>
                  <a:lnTo>
                    <a:pt x="3667062" y="632189"/>
                  </a:lnTo>
                  <a:lnTo>
                    <a:pt x="3627887" y="651847"/>
                  </a:lnTo>
                  <a:lnTo>
                    <a:pt x="3586021" y="666388"/>
                  </a:lnTo>
                  <a:lnTo>
                    <a:pt x="3541869" y="675410"/>
                  </a:lnTo>
                  <a:lnTo>
                    <a:pt x="3529017" y="676274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282944" y="1687706"/>
            <a:ext cx="22504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335">
                <a:solidFill>
                  <a:srgbClr val="3234AC"/>
                </a:solidFill>
                <a:latin typeface="Dotum"/>
                <a:cs typeface="Dotum"/>
              </a:rPr>
              <a:t>순서</a:t>
            </a:r>
            <a:r>
              <a:rPr dirty="0" sz="3000" spc="-29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320">
                <a:solidFill>
                  <a:srgbClr val="3234AC"/>
                </a:solidFill>
                <a:latin typeface="Dotum"/>
                <a:cs typeface="Dotum"/>
              </a:rPr>
              <a:t>배치</a:t>
            </a:r>
            <a:r>
              <a:rPr dirty="0" sz="3000" spc="-295">
                <a:solidFill>
                  <a:srgbClr val="3234AC"/>
                </a:solidFill>
                <a:latin typeface="Dotum"/>
                <a:cs typeface="Dotum"/>
              </a:rPr>
              <a:t> </a:t>
            </a:r>
            <a:r>
              <a:rPr dirty="0" sz="3000" spc="-360">
                <a:solidFill>
                  <a:srgbClr val="3234AC"/>
                </a:solidFill>
                <a:latin typeface="Dotum"/>
                <a:cs typeface="Dotum"/>
              </a:rPr>
              <a:t>수정</a:t>
            </a:r>
            <a:endParaRPr sz="30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8387" y="2616505"/>
            <a:ext cx="8937299" cy="57758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366" y="3177018"/>
            <a:ext cx="6915149" cy="432582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95"/>
              <a:t>포스터</a:t>
            </a:r>
            <a:r>
              <a:rPr dirty="0" spc="-350"/>
              <a:t> </a:t>
            </a:r>
            <a:r>
              <a:rPr dirty="0" spc="-409"/>
              <a:t>개선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7467" y="360412"/>
            <a:ext cx="53213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35">
                <a:solidFill>
                  <a:srgbClr val="3234AC"/>
                </a:solidFill>
                <a:latin typeface="Dotum"/>
                <a:cs typeface="Dotum"/>
              </a:rPr>
              <a:t>03</a:t>
            </a:r>
            <a:endParaRPr sz="3300">
              <a:latin typeface="Dotum"/>
              <a:cs typeface="Dot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79617" y="5143499"/>
            <a:ext cx="1191895" cy="990600"/>
          </a:xfrm>
          <a:custGeom>
            <a:avLst/>
            <a:gdLst/>
            <a:ahLst/>
            <a:cxnLst/>
            <a:rect l="l" t="t" r="r" b="b"/>
            <a:pathLst>
              <a:path w="1191895" h="990600">
                <a:moveTo>
                  <a:pt x="697395" y="990584"/>
                </a:moveTo>
                <a:lnTo>
                  <a:pt x="697395" y="742938"/>
                </a:lnTo>
                <a:lnTo>
                  <a:pt x="0" y="742938"/>
                </a:lnTo>
                <a:lnTo>
                  <a:pt x="0" y="247646"/>
                </a:lnTo>
                <a:lnTo>
                  <a:pt x="697395" y="247646"/>
                </a:lnTo>
                <a:lnTo>
                  <a:pt x="697395" y="0"/>
                </a:lnTo>
                <a:lnTo>
                  <a:pt x="1191797" y="494402"/>
                </a:lnTo>
                <a:lnTo>
                  <a:pt x="1191797" y="496183"/>
                </a:lnTo>
                <a:lnTo>
                  <a:pt x="697395" y="990584"/>
                </a:lnTo>
                <a:close/>
              </a:path>
            </a:pathLst>
          </a:custGeom>
          <a:solidFill>
            <a:srgbClr val="3234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2585233" y="8415435"/>
            <a:ext cx="1978660" cy="876300"/>
            <a:chOff x="2585233" y="8415435"/>
            <a:chExt cx="1978660" cy="876300"/>
          </a:xfrm>
        </p:grpSpPr>
        <p:sp>
          <p:nvSpPr>
            <p:cNvPr id="8" name="object 8"/>
            <p:cNvSpPr/>
            <p:nvPr/>
          </p:nvSpPr>
          <p:spPr>
            <a:xfrm>
              <a:off x="2623333" y="8453535"/>
              <a:ext cx="1902460" cy="805180"/>
            </a:xfrm>
            <a:custGeom>
              <a:avLst/>
              <a:gdLst/>
              <a:ahLst/>
              <a:cxnLst/>
              <a:rect l="l" t="t" r="r" b="b"/>
              <a:pathLst>
                <a:path w="1902460" h="805179">
                  <a:moveTo>
                    <a:pt x="1499770" y="804764"/>
                  </a:moveTo>
                  <a:lnTo>
                    <a:pt x="402382" y="804764"/>
                  </a:lnTo>
                  <a:lnTo>
                    <a:pt x="355455" y="802057"/>
                  </a:lnTo>
                  <a:lnTo>
                    <a:pt x="310119" y="794137"/>
                  </a:lnTo>
                  <a:lnTo>
                    <a:pt x="266675" y="781306"/>
                  </a:lnTo>
                  <a:lnTo>
                    <a:pt x="225424" y="763865"/>
                  </a:lnTo>
                  <a:lnTo>
                    <a:pt x="186669" y="742118"/>
                  </a:lnTo>
                  <a:lnTo>
                    <a:pt x="150712" y="716365"/>
                  </a:lnTo>
                  <a:lnTo>
                    <a:pt x="117855" y="686909"/>
                  </a:lnTo>
                  <a:lnTo>
                    <a:pt x="88398" y="654051"/>
                  </a:lnTo>
                  <a:lnTo>
                    <a:pt x="62646" y="618094"/>
                  </a:lnTo>
                  <a:lnTo>
                    <a:pt x="40898" y="579339"/>
                  </a:lnTo>
                  <a:lnTo>
                    <a:pt x="23458" y="538089"/>
                  </a:lnTo>
                  <a:lnTo>
                    <a:pt x="10627" y="494644"/>
                  </a:lnTo>
                  <a:lnTo>
                    <a:pt x="2707" y="449308"/>
                  </a:lnTo>
                  <a:lnTo>
                    <a:pt x="0" y="402382"/>
                  </a:lnTo>
                  <a:lnTo>
                    <a:pt x="2707" y="355456"/>
                  </a:lnTo>
                  <a:lnTo>
                    <a:pt x="10627" y="310119"/>
                  </a:lnTo>
                  <a:lnTo>
                    <a:pt x="23458" y="266675"/>
                  </a:lnTo>
                  <a:lnTo>
                    <a:pt x="40898" y="225424"/>
                  </a:lnTo>
                  <a:lnTo>
                    <a:pt x="62646" y="186670"/>
                  </a:lnTo>
                  <a:lnTo>
                    <a:pt x="88398" y="150712"/>
                  </a:lnTo>
                  <a:lnTo>
                    <a:pt x="117855" y="117855"/>
                  </a:lnTo>
                  <a:lnTo>
                    <a:pt x="150712" y="88399"/>
                  </a:lnTo>
                  <a:lnTo>
                    <a:pt x="186669" y="62646"/>
                  </a:lnTo>
                  <a:lnTo>
                    <a:pt x="225424" y="40898"/>
                  </a:lnTo>
                  <a:lnTo>
                    <a:pt x="266675" y="23458"/>
                  </a:lnTo>
                  <a:lnTo>
                    <a:pt x="310119" y="10627"/>
                  </a:lnTo>
                  <a:lnTo>
                    <a:pt x="355455" y="2707"/>
                  </a:lnTo>
                  <a:lnTo>
                    <a:pt x="402382" y="0"/>
                  </a:lnTo>
                  <a:lnTo>
                    <a:pt x="1499770" y="0"/>
                  </a:lnTo>
                  <a:lnTo>
                    <a:pt x="1546697" y="2707"/>
                  </a:lnTo>
                  <a:lnTo>
                    <a:pt x="1592033" y="10627"/>
                  </a:lnTo>
                  <a:lnTo>
                    <a:pt x="1635477" y="23458"/>
                  </a:lnTo>
                  <a:lnTo>
                    <a:pt x="1676728" y="40898"/>
                  </a:lnTo>
                  <a:lnTo>
                    <a:pt x="1715483" y="62646"/>
                  </a:lnTo>
                  <a:lnTo>
                    <a:pt x="1751440" y="88399"/>
                  </a:lnTo>
                  <a:lnTo>
                    <a:pt x="1784298" y="117855"/>
                  </a:lnTo>
                  <a:lnTo>
                    <a:pt x="1813754" y="150712"/>
                  </a:lnTo>
                  <a:lnTo>
                    <a:pt x="1839507" y="186670"/>
                  </a:lnTo>
                  <a:lnTo>
                    <a:pt x="1861254" y="225424"/>
                  </a:lnTo>
                  <a:lnTo>
                    <a:pt x="1878694" y="266675"/>
                  </a:lnTo>
                  <a:lnTo>
                    <a:pt x="1891525" y="310119"/>
                  </a:lnTo>
                  <a:lnTo>
                    <a:pt x="1899445" y="355456"/>
                  </a:lnTo>
                  <a:lnTo>
                    <a:pt x="1901883" y="397718"/>
                  </a:lnTo>
                  <a:lnTo>
                    <a:pt x="1901883" y="407046"/>
                  </a:lnTo>
                  <a:lnTo>
                    <a:pt x="1899445" y="449308"/>
                  </a:lnTo>
                  <a:lnTo>
                    <a:pt x="1891525" y="494644"/>
                  </a:lnTo>
                  <a:lnTo>
                    <a:pt x="1878694" y="538089"/>
                  </a:lnTo>
                  <a:lnTo>
                    <a:pt x="1861254" y="579339"/>
                  </a:lnTo>
                  <a:lnTo>
                    <a:pt x="1839507" y="618094"/>
                  </a:lnTo>
                  <a:lnTo>
                    <a:pt x="1813754" y="654051"/>
                  </a:lnTo>
                  <a:lnTo>
                    <a:pt x="1784298" y="686909"/>
                  </a:lnTo>
                  <a:lnTo>
                    <a:pt x="1751440" y="716365"/>
                  </a:lnTo>
                  <a:lnTo>
                    <a:pt x="1715483" y="742118"/>
                  </a:lnTo>
                  <a:lnTo>
                    <a:pt x="1676728" y="763865"/>
                  </a:lnTo>
                  <a:lnTo>
                    <a:pt x="1635477" y="781306"/>
                  </a:lnTo>
                  <a:lnTo>
                    <a:pt x="1592033" y="794137"/>
                  </a:lnTo>
                  <a:lnTo>
                    <a:pt x="1546697" y="802057"/>
                  </a:lnTo>
                  <a:lnTo>
                    <a:pt x="1499770" y="8047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23333" y="8453535"/>
              <a:ext cx="1902460" cy="800100"/>
            </a:xfrm>
            <a:custGeom>
              <a:avLst/>
              <a:gdLst/>
              <a:ahLst/>
              <a:cxnLst/>
              <a:rect l="l" t="t" r="r" b="b"/>
              <a:pathLst>
                <a:path w="1902460" h="800100">
                  <a:moveTo>
                    <a:pt x="344528" y="800099"/>
                  </a:moveTo>
                  <a:lnTo>
                    <a:pt x="266656" y="781254"/>
                  </a:lnTo>
                  <a:lnTo>
                    <a:pt x="225409" y="763815"/>
                  </a:lnTo>
                  <a:lnTo>
                    <a:pt x="186657" y="742069"/>
                  </a:lnTo>
                  <a:lnTo>
                    <a:pt x="150702" y="716318"/>
                  </a:lnTo>
                  <a:lnTo>
                    <a:pt x="117846" y="686864"/>
                  </a:lnTo>
                  <a:lnTo>
                    <a:pt x="88392" y="654009"/>
                  </a:lnTo>
                  <a:lnTo>
                    <a:pt x="62641" y="618054"/>
                  </a:lnTo>
                  <a:lnTo>
                    <a:pt x="40895" y="579302"/>
                  </a:lnTo>
                  <a:lnTo>
                    <a:pt x="23456" y="538054"/>
                  </a:lnTo>
                  <a:lnTo>
                    <a:pt x="10626" y="494613"/>
                  </a:lnTo>
                  <a:lnTo>
                    <a:pt x="2706" y="449279"/>
                  </a:lnTo>
                  <a:lnTo>
                    <a:pt x="0" y="402356"/>
                  </a:lnTo>
                  <a:lnTo>
                    <a:pt x="2706" y="355433"/>
                  </a:lnTo>
                  <a:lnTo>
                    <a:pt x="10626" y="310100"/>
                  </a:lnTo>
                  <a:lnTo>
                    <a:pt x="23456" y="266659"/>
                  </a:lnTo>
                  <a:lnTo>
                    <a:pt x="40895" y="225411"/>
                  </a:lnTo>
                  <a:lnTo>
                    <a:pt x="62641" y="186659"/>
                  </a:lnTo>
                  <a:lnTo>
                    <a:pt x="88392" y="150704"/>
                  </a:lnTo>
                  <a:lnTo>
                    <a:pt x="117846" y="117849"/>
                  </a:lnTo>
                  <a:lnTo>
                    <a:pt x="150702" y="88395"/>
                  </a:lnTo>
                  <a:lnTo>
                    <a:pt x="186657" y="62644"/>
                  </a:lnTo>
                  <a:lnTo>
                    <a:pt x="225409" y="40898"/>
                  </a:lnTo>
                  <a:lnTo>
                    <a:pt x="266657" y="23459"/>
                  </a:lnTo>
                  <a:lnTo>
                    <a:pt x="310098" y="10628"/>
                  </a:lnTo>
                  <a:lnTo>
                    <a:pt x="355431" y="2709"/>
                  </a:lnTo>
                  <a:lnTo>
                    <a:pt x="402354" y="0"/>
                  </a:lnTo>
                  <a:lnTo>
                    <a:pt x="1499668" y="0"/>
                  </a:lnTo>
                  <a:lnTo>
                    <a:pt x="1546591" y="2709"/>
                  </a:lnTo>
                  <a:lnTo>
                    <a:pt x="1591925" y="10628"/>
                  </a:lnTo>
                  <a:lnTo>
                    <a:pt x="1635366" y="23459"/>
                  </a:lnTo>
                  <a:lnTo>
                    <a:pt x="1676614" y="40898"/>
                  </a:lnTo>
                  <a:lnTo>
                    <a:pt x="1715366" y="62644"/>
                  </a:lnTo>
                  <a:lnTo>
                    <a:pt x="1751321" y="88395"/>
                  </a:lnTo>
                  <a:lnTo>
                    <a:pt x="1784176" y="117849"/>
                  </a:lnTo>
                  <a:lnTo>
                    <a:pt x="1813630" y="150704"/>
                  </a:lnTo>
                  <a:lnTo>
                    <a:pt x="1839381" y="186659"/>
                  </a:lnTo>
                  <a:lnTo>
                    <a:pt x="1861127" y="225411"/>
                  </a:lnTo>
                  <a:lnTo>
                    <a:pt x="1878566" y="266659"/>
                  </a:lnTo>
                  <a:lnTo>
                    <a:pt x="1891396" y="310100"/>
                  </a:lnTo>
                  <a:lnTo>
                    <a:pt x="1899316" y="355433"/>
                  </a:lnTo>
                  <a:lnTo>
                    <a:pt x="1902023" y="402356"/>
                  </a:lnTo>
                  <a:lnTo>
                    <a:pt x="1899316" y="449279"/>
                  </a:lnTo>
                  <a:lnTo>
                    <a:pt x="1891396" y="494613"/>
                  </a:lnTo>
                  <a:lnTo>
                    <a:pt x="1878566" y="538054"/>
                  </a:lnTo>
                  <a:lnTo>
                    <a:pt x="1861127" y="579302"/>
                  </a:lnTo>
                  <a:lnTo>
                    <a:pt x="1839381" y="618054"/>
                  </a:lnTo>
                  <a:lnTo>
                    <a:pt x="1813630" y="654009"/>
                  </a:lnTo>
                  <a:lnTo>
                    <a:pt x="1784176" y="686864"/>
                  </a:lnTo>
                  <a:lnTo>
                    <a:pt x="1751321" y="716318"/>
                  </a:lnTo>
                  <a:lnTo>
                    <a:pt x="1715366" y="742069"/>
                  </a:lnTo>
                  <a:lnTo>
                    <a:pt x="1676614" y="763815"/>
                  </a:lnTo>
                  <a:lnTo>
                    <a:pt x="1635366" y="781254"/>
                  </a:lnTo>
                  <a:lnTo>
                    <a:pt x="1591925" y="794085"/>
                  </a:lnTo>
                  <a:lnTo>
                    <a:pt x="1557494" y="80010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965554" y="8618666"/>
            <a:ext cx="12179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14">
                <a:solidFill>
                  <a:srgbClr val="3234AC"/>
                </a:solidFill>
                <a:latin typeface="Dotum"/>
                <a:cs typeface="Dotum"/>
              </a:rPr>
              <a:t>Before</a:t>
            </a:r>
            <a:endParaRPr sz="2800">
              <a:latin typeface="Dotum"/>
              <a:cs typeface="Dotu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891669" y="8415435"/>
            <a:ext cx="1978660" cy="876300"/>
            <a:chOff x="11891669" y="8415435"/>
            <a:chExt cx="1978660" cy="876300"/>
          </a:xfrm>
        </p:grpSpPr>
        <p:sp>
          <p:nvSpPr>
            <p:cNvPr id="12" name="object 12"/>
            <p:cNvSpPr/>
            <p:nvPr/>
          </p:nvSpPr>
          <p:spPr>
            <a:xfrm>
              <a:off x="11929768" y="8453535"/>
              <a:ext cx="1902460" cy="805180"/>
            </a:xfrm>
            <a:custGeom>
              <a:avLst/>
              <a:gdLst/>
              <a:ahLst/>
              <a:cxnLst/>
              <a:rect l="l" t="t" r="r" b="b"/>
              <a:pathLst>
                <a:path w="1902459" h="805179">
                  <a:moveTo>
                    <a:pt x="1499770" y="804764"/>
                  </a:moveTo>
                  <a:lnTo>
                    <a:pt x="402382" y="804764"/>
                  </a:lnTo>
                  <a:lnTo>
                    <a:pt x="355455" y="802057"/>
                  </a:lnTo>
                  <a:lnTo>
                    <a:pt x="310119" y="794137"/>
                  </a:lnTo>
                  <a:lnTo>
                    <a:pt x="266675" y="781306"/>
                  </a:lnTo>
                  <a:lnTo>
                    <a:pt x="225424" y="763865"/>
                  </a:lnTo>
                  <a:lnTo>
                    <a:pt x="186670" y="742118"/>
                  </a:lnTo>
                  <a:lnTo>
                    <a:pt x="150712" y="716365"/>
                  </a:lnTo>
                  <a:lnTo>
                    <a:pt x="117855" y="686909"/>
                  </a:lnTo>
                  <a:lnTo>
                    <a:pt x="88399" y="654051"/>
                  </a:lnTo>
                  <a:lnTo>
                    <a:pt x="62646" y="618094"/>
                  </a:lnTo>
                  <a:lnTo>
                    <a:pt x="40898" y="579339"/>
                  </a:lnTo>
                  <a:lnTo>
                    <a:pt x="23458" y="538089"/>
                  </a:lnTo>
                  <a:lnTo>
                    <a:pt x="10627" y="494644"/>
                  </a:lnTo>
                  <a:lnTo>
                    <a:pt x="2707" y="449308"/>
                  </a:lnTo>
                  <a:lnTo>
                    <a:pt x="0" y="402382"/>
                  </a:lnTo>
                  <a:lnTo>
                    <a:pt x="2707" y="355456"/>
                  </a:lnTo>
                  <a:lnTo>
                    <a:pt x="10627" y="310119"/>
                  </a:lnTo>
                  <a:lnTo>
                    <a:pt x="23458" y="266675"/>
                  </a:lnTo>
                  <a:lnTo>
                    <a:pt x="40898" y="225424"/>
                  </a:lnTo>
                  <a:lnTo>
                    <a:pt x="62646" y="186670"/>
                  </a:lnTo>
                  <a:lnTo>
                    <a:pt x="88399" y="150712"/>
                  </a:lnTo>
                  <a:lnTo>
                    <a:pt x="117855" y="117855"/>
                  </a:lnTo>
                  <a:lnTo>
                    <a:pt x="150712" y="88399"/>
                  </a:lnTo>
                  <a:lnTo>
                    <a:pt x="186670" y="62646"/>
                  </a:lnTo>
                  <a:lnTo>
                    <a:pt x="225424" y="40898"/>
                  </a:lnTo>
                  <a:lnTo>
                    <a:pt x="266675" y="23458"/>
                  </a:lnTo>
                  <a:lnTo>
                    <a:pt x="310119" y="10627"/>
                  </a:lnTo>
                  <a:lnTo>
                    <a:pt x="355455" y="2707"/>
                  </a:lnTo>
                  <a:lnTo>
                    <a:pt x="402382" y="0"/>
                  </a:lnTo>
                  <a:lnTo>
                    <a:pt x="1499770" y="0"/>
                  </a:lnTo>
                  <a:lnTo>
                    <a:pt x="1546697" y="2707"/>
                  </a:lnTo>
                  <a:lnTo>
                    <a:pt x="1592033" y="10627"/>
                  </a:lnTo>
                  <a:lnTo>
                    <a:pt x="1635478" y="23458"/>
                  </a:lnTo>
                  <a:lnTo>
                    <a:pt x="1676728" y="40898"/>
                  </a:lnTo>
                  <a:lnTo>
                    <a:pt x="1715483" y="62646"/>
                  </a:lnTo>
                  <a:lnTo>
                    <a:pt x="1751440" y="88399"/>
                  </a:lnTo>
                  <a:lnTo>
                    <a:pt x="1784298" y="117855"/>
                  </a:lnTo>
                  <a:lnTo>
                    <a:pt x="1813754" y="150712"/>
                  </a:lnTo>
                  <a:lnTo>
                    <a:pt x="1839507" y="186670"/>
                  </a:lnTo>
                  <a:lnTo>
                    <a:pt x="1861254" y="225424"/>
                  </a:lnTo>
                  <a:lnTo>
                    <a:pt x="1878694" y="266675"/>
                  </a:lnTo>
                  <a:lnTo>
                    <a:pt x="1891525" y="310119"/>
                  </a:lnTo>
                  <a:lnTo>
                    <a:pt x="1899445" y="355456"/>
                  </a:lnTo>
                  <a:lnTo>
                    <a:pt x="1901883" y="397719"/>
                  </a:lnTo>
                  <a:lnTo>
                    <a:pt x="1901883" y="407045"/>
                  </a:lnTo>
                  <a:lnTo>
                    <a:pt x="1899445" y="449308"/>
                  </a:lnTo>
                  <a:lnTo>
                    <a:pt x="1891525" y="494644"/>
                  </a:lnTo>
                  <a:lnTo>
                    <a:pt x="1878694" y="538089"/>
                  </a:lnTo>
                  <a:lnTo>
                    <a:pt x="1861254" y="579339"/>
                  </a:lnTo>
                  <a:lnTo>
                    <a:pt x="1839507" y="618094"/>
                  </a:lnTo>
                  <a:lnTo>
                    <a:pt x="1813754" y="654051"/>
                  </a:lnTo>
                  <a:lnTo>
                    <a:pt x="1784298" y="686909"/>
                  </a:lnTo>
                  <a:lnTo>
                    <a:pt x="1751440" y="716365"/>
                  </a:lnTo>
                  <a:lnTo>
                    <a:pt x="1715483" y="742118"/>
                  </a:lnTo>
                  <a:lnTo>
                    <a:pt x="1676728" y="763865"/>
                  </a:lnTo>
                  <a:lnTo>
                    <a:pt x="1635478" y="781306"/>
                  </a:lnTo>
                  <a:lnTo>
                    <a:pt x="1592033" y="794137"/>
                  </a:lnTo>
                  <a:lnTo>
                    <a:pt x="1546697" y="802057"/>
                  </a:lnTo>
                  <a:lnTo>
                    <a:pt x="1499770" y="8047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929769" y="8453535"/>
              <a:ext cx="1902460" cy="800100"/>
            </a:xfrm>
            <a:custGeom>
              <a:avLst/>
              <a:gdLst/>
              <a:ahLst/>
              <a:cxnLst/>
              <a:rect l="l" t="t" r="r" b="b"/>
              <a:pathLst>
                <a:path w="1902459" h="800100">
                  <a:moveTo>
                    <a:pt x="344528" y="800100"/>
                  </a:moveTo>
                  <a:lnTo>
                    <a:pt x="266656" y="781254"/>
                  </a:lnTo>
                  <a:lnTo>
                    <a:pt x="225409" y="763815"/>
                  </a:lnTo>
                  <a:lnTo>
                    <a:pt x="186656" y="742069"/>
                  </a:lnTo>
                  <a:lnTo>
                    <a:pt x="150702" y="716318"/>
                  </a:lnTo>
                  <a:lnTo>
                    <a:pt x="117846" y="686864"/>
                  </a:lnTo>
                  <a:lnTo>
                    <a:pt x="88392" y="654009"/>
                  </a:lnTo>
                  <a:lnTo>
                    <a:pt x="62641" y="618054"/>
                  </a:lnTo>
                  <a:lnTo>
                    <a:pt x="40895" y="579302"/>
                  </a:lnTo>
                  <a:lnTo>
                    <a:pt x="23456" y="538054"/>
                  </a:lnTo>
                  <a:lnTo>
                    <a:pt x="10626" y="494613"/>
                  </a:lnTo>
                  <a:lnTo>
                    <a:pt x="2706" y="449279"/>
                  </a:lnTo>
                  <a:lnTo>
                    <a:pt x="0" y="402356"/>
                  </a:lnTo>
                  <a:lnTo>
                    <a:pt x="2706" y="355433"/>
                  </a:lnTo>
                  <a:lnTo>
                    <a:pt x="10626" y="310100"/>
                  </a:lnTo>
                  <a:lnTo>
                    <a:pt x="23456" y="266659"/>
                  </a:lnTo>
                  <a:lnTo>
                    <a:pt x="40895" y="225411"/>
                  </a:lnTo>
                  <a:lnTo>
                    <a:pt x="62641" y="186659"/>
                  </a:lnTo>
                  <a:lnTo>
                    <a:pt x="88392" y="150704"/>
                  </a:lnTo>
                  <a:lnTo>
                    <a:pt x="117846" y="117849"/>
                  </a:lnTo>
                  <a:lnTo>
                    <a:pt x="150702" y="88395"/>
                  </a:lnTo>
                  <a:lnTo>
                    <a:pt x="186656" y="62644"/>
                  </a:lnTo>
                  <a:lnTo>
                    <a:pt x="225409" y="40898"/>
                  </a:lnTo>
                  <a:lnTo>
                    <a:pt x="266656" y="23459"/>
                  </a:lnTo>
                  <a:lnTo>
                    <a:pt x="310098" y="10628"/>
                  </a:lnTo>
                  <a:lnTo>
                    <a:pt x="355431" y="2709"/>
                  </a:lnTo>
                  <a:lnTo>
                    <a:pt x="402354" y="0"/>
                  </a:lnTo>
                  <a:lnTo>
                    <a:pt x="1499668" y="0"/>
                  </a:lnTo>
                  <a:lnTo>
                    <a:pt x="1546591" y="2709"/>
                  </a:lnTo>
                  <a:lnTo>
                    <a:pt x="1591924" y="10628"/>
                  </a:lnTo>
                  <a:lnTo>
                    <a:pt x="1635366" y="23459"/>
                  </a:lnTo>
                  <a:lnTo>
                    <a:pt x="1676614" y="40898"/>
                  </a:lnTo>
                  <a:lnTo>
                    <a:pt x="1715366" y="62644"/>
                  </a:lnTo>
                  <a:lnTo>
                    <a:pt x="1751321" y="88395"/>
                  </a:lnTo>
                  <a:lnTo>
                    <a:pt x="1784176" y="117849"/>
                  </a:lnTo>
                  <a:lnTo>
                    <a:pt x="1813630" y="150704"/>
                  </a:lnTo>
                  <a:lnTo>
                    <a:pt x="1839381" y="186659"/>
                  </a:lnTo>
                  <a:lnTo>
                    <a:pt x="1861127" y="225411"/>
                  </a:lnTo>
                  <a:lnTo>
                    <a:pt x="1878566" y="266659"/>
                  </a:lnTo>
                  <a:lnTo>
                    <a:pt x="1891396" y="310100"/>
                  </a:lnTo>
                  <a:lnTo>
                    <a:pt x="1899316" y="355433"/>
                  </a:lnTo>
                  <a:lnTo>
                    <a:pt x="1902023" y="402356"/>
                  </a:lnTo>
                  <a:lnTo>
                    <a:pt x="1899316" y="449279"/>
                  </a:lnTo>
                  <a:lnTo>
                    <a:pt x="1891396" y="494613"/>
                  </a:lnTo>
                  <a:lnTo>
                    <a:pt x="1878566" y="538054"/>
                  </a:lnTo>
                  <a:lnTo>
                    <a:pt x="1861127" y="579302"/>
                  </a:lnTo>
                  <a:lnTo>
                    <a:pt x="1839381" y="618054"/>
                  </a:lnTo>
                  <a:lnTo>
                    <a:pt x="1813630" y="654009"/>
                  </a:lnTo>
                  <a:lnTo>
                    <a:pt x="1784176" y="686864"/>
                  </a:lnTo>
                  <a:lnTo>
                    <a:pt x="1751321" y="716318"/>
                  </a:lnTo>
                  <a:lnTo>
                    <a:pt x="1715366" y="742069"/>
                  </a:lnTo>
                  <a:lnTo>
                    <a:pt x="1676614" y="763815"/>
                  </a:lnTo>
                  <a:lnTo>
                    <a:pt x="1635366" y="781254"/>
                  </a:lnTo>
                  <a:lnTo>
                    <a:pt x="1591924" y="794085"/>
                  </a:lnTo>
                  <a:lnTo>
                    <a:pt x="1557494" y="80010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2413823" y="8618666"/>
            <a:ext cx="9340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80">
                <a:solidFill>
                  <a:srgbClr val="FF3131"/>
                </a:solidFill>
                <a:latin typeface="Dotum"/>
                <a:cs typeface="Dotum"/>
              </a:rPr>
              <a:t>After</a:t>
            </a:r>
            <a:endParaRPr sz="2800">
              <a:latin typeface="Dotum"/>
              <a:cs typeface="Dotum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892313" y="1896261"/>
            <a:ext cx="3051175" cy="1314450"/>
            <a:chOff x="12892313" y="1896261"/>
            <a:chExt cx="3051175" cy="1314450"/>
          </a:xfrm>
        </p:grpSpPr>
        <p:sp>
          <p:nvSpPr>
            <p:cNvPr id="16" name="object 16"/>
            <p:cNvSpPr/>
            <p:nvPr/>
          </p:nvSpPr>
          <p:spPr>
            <a:xfrm>
              <a:off x="12892313" y="1896261"/>
              <a:ext cx="3051175" cy="1276350"/>
            </a:xfrm>
            <a:custGeom>
              <a:avLst/>
              <a:gdLst/>
              <a:ahLst/>
              <a:cxnLst/>
              <a:rect l="l" t="t" r="r" b="b"/>
              <a:pathLst>
                <a:path w="3051175" h="1276350">
                  <a:moveTo>
                    <a:pt x="3051090" y="731557"/>
                  </a:moveTo>
                  <a:lnTo>
                    <a:pt x="0" y="731557"/>
                  </a:lnTo>
                  <a:lnTo>
                    <a:pt x="0" y="0"/>
                  </a:lnTo>
                  <a:lnTo>
                    <a:pt x="3051090" y="0"/>
                  </a:lnTo>
                  <a:lnTo>
                    <a:pt x="3051090" y="731557"/>
                  </a:lnTo>
                  <a:close/>
                </a:path>
                <a:path w="3051175" h="1276350">
                  <a:moveTo>
                    <a:pt x="456383" y="1276273"/>
                  </a:moveTo>
                  <a:lnTo>
                    <a:pt x="456383" y="731557"/>
                  </a:lnTo>
                  <a:lnTo>
                    <a:pt x="1343386" y="731557"/>
                  </a:lnTo>
                  <a:lnTo>
                    <a:pt x="456383" y="1276273"/>
                  </a:lnTo>
                  <a:close/>
                </a:path>
              </a:pathLst>
            </a:custGeom>
            <a:solidFill>
              <a:srgbClr val="BD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348691" y="2627776"/>
              <a:ext cx="887094" cy="544830"/>
            </a:xfrm>
            <a:custGeom>
              <a:avLst/>
              <a:gdLst/>
              <a:ahLst/>
              <a:cxnLst/>
              <a:rect l="l" t="t" r="r" b="b"/>
              <a:pathLst>
                <a:path w="887094" h="544830">
                  <a:moveTo>
                    <a:pt x="0" y="0"/>
                  </a:moveTo>
                  <a:lnTo>
                    <a:pt x="0" y="544684"/>
                  </a:lnTo>
                  <a:lnTo>
                    <a:pt x="886953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2892333" y="1896260"/>
            <a:ext cx="3053080" cy="731520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080"/>
              </a:spcBef>
            </a:pPr>
            <a:r>
              <a:rPr dirty="0" sz="2800" spc="-190">
                <a:latin typeface="Dotum"/>
                <a:cs typeface="Dotum"/>
              </a:rPr>
              <a:t>간단한</a:t>
            </a:r>
            <a:r>
              <a:rPr dirty="0" sz="2800" spc="-265">
                <a:latin typeface="Dotum"/>
                <a:cs typeface="Dotum"/>
              </a:rPr>
              <a:t> </a:t>
            </a:r>
            <a:r>
              <a:rPr dirty="0" sz="2800" spc="-140">
                <a:latin typeface="Dotum"/>
                <a:cs typeface="Dotum"/>
              </a:rPr>
              <a:t>앱</a:t>
            </a:r>
            <a:r>
              <a:rPr dirty="0" sz="2800" spc="-260">
                <a:latin typeface="Dotum"/>
                <a:cs typeface="Dotum"/>
              </a:rPr>
              <a:t> </a:t>
            </a:r>
            <a:r>
              <a:rPr dirty="0" sz="2800" spc="-220">
                <a:latin typeface="Dotum"/>
                <a:cs typeface="Dotum"/>
              </a:rPr>
              <a:t>소개</a:t>
            </a:r>
            <a:r>
              <a:rPr dirty="0" sz="2800" spc="-260">
                <a:latin typeface="Dotum"/>
                <a:cs typeface="Dotum"/>
              </a:rPr>
              <a:t> </a:t>
            </a:r>
            <a:r>
              <a:rPr dirty="0" sz="2800" spc="-25">
                <a:latin typeface="Dotum"/>
                <a:cs typeface="Dotum"/>
              </a:rPr>
              <a:t>추가</a:t>
            </a:r>
            <a:endParaRPr sz="2800">
              <a:latin typeface="Dotum"/>
              <a:cs typeface="Dotum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467941" y="7861783"/>
            <a:ext cx="2628900" cy="1352550"/>
            <a:chOff x="14467941" y="7861783"/>
            <a:chExt cx="2628900" cy="1352550"/>
          </a:xfrm>
        </p:grpSpPr>
        <p:sp>
          <p:nvSpPr>
            <p:cNvPr id="20" name="object 20"/>
            <p:cNvSpPr/>
            <p:nvPr/>
          </p:nvSpPr>
          <p:spPr>
            <a:xfrm>
              <a:off x="14506194" y="7899811"/>
              <a:ext cx="2552700" cy="1276350"/>
            </a:xfrm>
            <a:custGeom>
              <a:avLst/>
              <a:gdLst/>
              <a:ahLst/>
              <a:cxnLst/>
              <a:rect l="l" t="t" r="r" b="b"/>
              <a:pathLst>
                <a:path w="2552700" h="1276350">
                  <a:moveTo>
                    <a:pt x="0" y="544715"/>
                  </a:moveTo>
                  <a:lnTo>
                    <a:pt x="2552546" y="544715"/>
                  </a:lnTo>
                  <a:lnTo>
                    <a:pt x="2552546" y="1276273"/>
                  </a:lnTo>
                  <a:lnTo>
                    <a:pt x="0" y="1276273"/>
                  </a:lnTo>
                  <a:lnTo>
                    <a:pt x="0" y="544715"/>
                  </a:lnTo>
                  <a:close/>
                </a:path>
                <a:path w="2552700" h="1276350">
                  <a:moveTo>
                    <a:pt x="2096163" y="0"/>
                  </a:moveTo>
                  <a:lnTo>
                    <a:pt x="2096163" y="544715"/>
                  </a:lnTo>
                  <a:lnTo>
                    <a:pt x="1209159" y="544715"/>
                  </a:lnTo>
                  <a:lnTo>
                    <a:pt x="2096163" y="0"/>
                  </a:lnTo>
                  <a:close/>
                </a:path>
              </a:pathLst>
            </a:custGeom>
            <a:solidFill>
              <a:srgbClr val="BD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506041" y="7899883"/>
              <a:ext cx="2552700" cy="1276350"/>
            </a:xfrm>
            <a:custGeom>
              <a:avLst/>
              <a:gdLst/>
              <a:ahLst/>
              <a:cxnLst/>
              <a:rect l="l" t="t" r="r" b="b"/>
              <a:pathLst>
                <a:path w="2552700" h="1276350">
                  <a:moveTo>
                    <a:pt x="0" y="1276200"/>
                  </a:moveTo>
                  <a:lnTo>
                    <a:pt x="2552697" y="1276201"/>
                  </a:lnTo>
                  <a:lnTo>
                    <a:pt x="2552699" y="544684"/>
                  </a:lnTo>
                  <a:lnTo>
                    <a:pt x="2096340" y="544684"/>
                  </a:lnTo>
                </a:path>
                <a:path w="2552700" h="1276350">
                  <a:moveTo>
                    <a:pt x="1209387" y="544684"/>
                  </a:moveTo>
                  <a:lnTo>
                    <a:pt x="0" y="544684"/>
                  </a:lnTo>
                </a:path>
                <a:path w="2552700" h="1276350">
                  <a:moveTo>
                    <a:pt x="2096340" y="544684"/>
                  </a:moveTo>
                  <a:lnTo>
                    <a:pt x="2096340" y="0"/>
                  </a:lnTo>
                  <a:lnTo>
                    <a:pt x="1209387" y="54468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4794616" y="8582899"/>
            <a:ext cx="19856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04">
                <a:latin typeface="Dotum"/>
                <a:cs typeface="Dotum"/>
              </a:rPr>
              <a:t>글자</a:t>
            </a:r>
            <a:r>
              <a:rPr dirty="0" sz="2800" spc="-270">
                <a:latin typeface="Dotum"/>
                <a:cs typeface="Dotum"/>
              </a:rPr>
              <a:t> </a:t>
            </a:r>
            <a:r>
              <a:rPr dirty="0" sz="2800" spc="-340">
                <a:latin typeface="Dotum"/>
                <a:cs typeface="Dotum"/>
              </a:rPr>
              <a:t>크기</a:t>
            </a:r>
            <a:r>
              <a:rPr dirty="0" sz="2800" spc="-270">
                <a:latin typeface="Dotum"/>
                <a:cs typeface="Dotum"/>
              </a:rPr>
              <a:t> </a:t>
            </a:r>
            <a:r>
              <a:rPr dirty="0" sz="2800" spc="-35">
                <a:latin typeface="Dotum"/>
                <a:cs typeface="Dotum"/>
              </a:rPr>
              <a:t>UP</a:t>
            </a:r>
            <a:endParaRPr sz="2800">
              <a:latin typeface="Dotum"/>
              <a:cs typeface="Dotum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617127" y="7076293"/>
            <a:ext cx="3990975" cy="1352550"/>
            <a:chOff x="8617127" y="7076293"/>
            <a:chExt cx="3990975" cy="1352550"/>
          </a:xfrm>
        </p:grpSpPr>
        <p:sp>
          <p:nvSpPr>
            <p:cNvPr id="24" name="object 24"/>
            <p:cNvSpPr/>
            <p:nvPr/>
          </p:nvSpPr>
          <p:spPr>
            <a:xfrm>
              <a:off x="8653865" y="7114393"/>
              <a:ext cx="3916679" cy="1276350"/>
            </a:xfrm>
            <a:custGeom>
              <a:avLst/>
              <a:gdLst/>
              <a:ahLst/>
              <a:cxnLst/>
              <a:rect l="l" t="t" r="r" b="b"/>
              <a:pathLst>
                <a:path w="3916679" h="1276350">
                  <a:moveTo>
                    <a:pt x="0" y="544715"/>
                  </a:moveTo>
                  <a:lnTo>
                    <a:pt x="3916136" y="544715"/>
                  </a:lnTo>
                  <a:lnTo>
                    <a:pt x="3916136" y="1276273"/>
                  </a:lnTo>
                  <a:lnTo>
                    <a:pt x="0" y="1276273"/>
                  </a:lnTo>
                  <a:lnTo>
                    <a:pt x="0" y="544715"/>
                  </a:lnTo>
                  <a:close/>
                </a:path>
                <a:path w="3916679" h="1276350">
                  <a:moveTo>
                    <a:pt x="3459752" y="0"/>
                  </a:moveTo>
                  <a:lnTo>
                    <a:pt x="3459752" y="544715"/>
                  </a:lnTo>
                  <a:lnTo>
                    <a:pt x="2572749" y="544715"/>
                  </a:lnTo>
                  <a:lnTo>
                    <a:pt x="3459752" y="0"/>
                  </a:lnTo>
                  <a:close/>
                </a:path>
              </a:pathLst>
            </a:custGeom>
            <a:solidFill>
              <a:srgbClr val="BD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655227" y="7114393"/>
              <a:ext cx="3914775" cy="1276350"/>
            </a:xfrm>
            <a:custGeom>
              <a:avLst/>
              <a:gdLst/>
              <a:ahLst/>
              <a:cxnLst/>
              <a:rect l="l" t="t" r="r" b="b"/>
              <a:pathLst>
                <a:path w="3914775" h="1276350">
                  <a:moveTo>
                    <a:pt x="0" y="1276272"/>
                  </a:moveTo>
                  <a:lnTo>
                    <a:pt x="3914674" y="1276273"/>
                  </a:lnTo>
                  <a:lnTo>
                    <a:pt x="3914774" y="544756"/>
                  </a:lnTo>
                  <a:lnTo>
                    <a:pt x="3458317" y="544715"/>
                  </a:lnTo>
                </a:path>
                <a:path w="3914775" h="1276350">
                  <a:moveTo>
                    <a:pt x="2571363" y="544715"/>
                  </a:moveTo>
                  <a:lnTo>
                    <a:pt x="0" y="544756"/>
                  </a:lnTo>
                </a:path>
                <a:path w="3914775" h="1276350">
                  <a:moveTo>
                    <a:pt x="3458317" y="544715"/>
                  </a:moveTo>
                  <a:lnTo>
                    <a:pt x="3458317" y="0"/>
                  </a:lnTo>
                  <a:lnTo>
                    <a:pt x="2571352" y="544737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850724" y="7770772"/>
            <a:ext cx="35344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65">
                <a:latin typeface="Dotum"/>
                <a:cs typeface="Dotum"/>
              </a:rPr>
              <a:t>선</a:t>
            </a:r>
            <a:r>
              <a:rPr dirty="0" sz="2800" spc="-265">
                <a:latin typeface="Dotum"/>
                <a:cs typeface="Dotum"/>
              </a:rPr>
              <a:t> </a:t>
            </a:r>
            <a:r>
              <a:rPr dirty="0" sz="2800" spc="-254">
                <a:latin typeface="Dotum"/>
                <a:cs typeface="Dotum"/>
              </a:rPr>
              <a:t>그래프</a:t>
            </a:r>
            <a:r>
              <a:rPr dirty="0" sz="2800" spc="-265">
                <a:latin typeface="Dotum"/>
                <a:cs typeface="Dotum"/>
              </a:rPr>
              <a:t> </a:t>
            </a:r>
            <a:r>
              <a:rPr dirty="0" sz="2800" spc="-65">
                <a:latin typeface="Dotum"/>
                <a:cs typeface="Dotum"/>
              </a:rPr>
              <a:t>→</a:t>
            </a:r>
            <a:r>
              <a:rPr dirty="0" sz="2800" spc="-260">
                <a:latin typeface="Dotum"/>
                <a:cs typeface="Dotum"/>
              </a:rPr>
              <a:t> </a:t>
            </a:r>
            <a:r>
              <a:rPr dirty="0" sz="2800" spc="-280">
                <a:latin typeface="Dotum"/>
                <a:cs typeface="Dotum"/>
              </a:rPr>
              <a:t>파이그래프</a:t>
            </a:r>
            <a:endParaRPr sz="2800">
              <a:latin typeface="Dotum"/>
              <a:cs typeface="Dotum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388950" y="4399741"/>
            <a:ext cx="2889885" cy="1028700"/>
            <a:chOff x="10388950" y="4399741"/>
            <a:chExt cx="2889885" cy="1028700"/>
          </a:xfrm>
        </p:grpSpPr>
        <p:sp>
          <p:nvSpPr>
            <p:cNvPr id="28" name="object 28"/>
            <p:cNvSpPr/>
            <p:nvPr/>
          </p:nvSpPr>
          <p:spPr>
            <a:xfrm>
              <a:off x="10388950" y="4399741"/>
              <a:ext cx="2889885" cy="993140"/>
            </a:xfrm>
            <a:custGeom>
              <a:avLst/>
              <a:gdLst/>
              <a:ahLst/>
              <a:cxnLst/>
              <a:rect l="l" t="t" r="r" b="b"/>
              <a:pathLst>
                <a:path w="2889884" h="993139">
                  <a:moveTo>
                    <a:pt x="2889294" y="569089"/>
                  </a:moveTo>
                  <a:lnTo>
                    <a:pt x="0" y="569089"/>
                  </a:lnTo>
                  <a:lnTo>
                    <a:pt x="0" y="0"/>
                  </a:lnTo>
                  <a:lnTo>
                    <a:pt x="2889294" y="0"/>
                  </a:lnTo>
                  <a:lnTo>
                    <a:pt x="2889294" y="569089"/>
                  </a:lnTo>
                  <a:close/>
                </a:path>
                <a:path w="2889884" h="993139">
                  <a:moveTo>
                    <a:pt x="355027" y="992831"/>
                  </a:moveTo>
                  <a:lnTo>
                    <a:pt x="355027" y="569089"/>
                  </a:lnTo>
                  <a:lnTo>
                    <a:pt x="1045039" y="569089"/>
                  </a:lnTo>
                  <a:lnTo>
                    <a:pt x="355027" y="992831"/>
                  </a:lnTo>
                  <a:close/>
                </a:path>
              </a:pathLst>
            </a:custGeom>
            <a:solidFill>
              <a:srgbClr val="BD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744082" y="4968745"/>
              <a:ext cx="690245" cy="421640"/>
            </a:xfrm>
            <a:custGeom>
              <a:avLst/>
              <a:gdLst/>
              <a:ahLst/>
              <a:cxnLst/>
              <a:rect l="l" t="t" r="r" b="b"/>
              <a:pathLst>
                <a:path w="690245" h="421639">
                  <a:moveTo>
                    <a:pt x="0" y="0"/>
                  </a:moveTo>
                  <a:lnTo>
                    <a:pt x="0" y="421595"/>
                  </a:lnTo>
                </a:path>
                <a:path w="690245" h="421639">
                  <a:moveTo>
                    <a:pt x="3392" y="421595"/>
                  </a:moveTo>
                  <a:lnTo>
                    <a:pt x="689910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0389107" y="4399740"/>
            <a:ext cx="2890520" cy="569595"/>
          </a:xfrm>
          <a:prstGeom prst="rect">
            <a:avLst/>
          </a:prstGeom>
          <a:ln w="76200">
            <a:solidFill>
              <a:srgbClr val="000000"/>
            </a:solidFill>
          </a:ln>
        </p:spPr>
        <p:txBody>
          <a:bodyPr wrap="square" lIns="0" tIns="61594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484"/>
              </a:spcBef>
            </a:pPr>
            <a:r>
              <a:rPr dirty="0" sz="2800" spc="-225">
                <a:latin typeface="Dotum"/>
                <a:cs typeface="Dotum"/>
              </a:rPr>
              <a:t>중요한</a:t>
            </a:r>
            <a:r>
              <a:rPr dirty="0" sz="2800" spc="-265">
                <a:latin typeface="Dotum"/>
                <a:cs typeface="Dotum"/>
              </a:rPr>
              <a:t> </a:t>
            </a:r>
            <a:r>
              <a:rPr dirty="0" sz="2800" spc="-120">
                <a:latin typeface="Dotum"/>
                <a:cs typeface="Dotum"/>
              </a:rPr>
              <a:t>말</a:t>
            </a:r>
            <a:r>
              <a:rPr dirty="0" sz="2800" spc="-260">
                <a:latin typeface="Dotum"/>
                <a:cs typeface="Dotum"/>
              </a:rPr>
              <a:t> </a:t>
            </a:r>
            <a:r>
              <a:rPr dirty="0" sz="2800" spc="-285">
                <a:latin typeface="Dotum"/>
                <a:cs typeface="Dotum"/>
              </a:rPr>
              <a:t>볼드체</a:t>
            </a:r>
            <a:endParaRPr sz="28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6497" y="1908372"/>
            <a:ext cx="7850363" cy="60929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292" y="2619319"/>
            <a:ext cx="6600824" cy="524812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95"/>
              <a:t>포스터</a:t>
            </a:r>
            <a:r>
              <a:rPr dirty="0" spc="-350"/>
              <a:t> </a:t>
            </a:r>
            <a:r>
              <a:rPr dirty="0" spc="-409"/>
              <a:t>개선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7467" y="360412"/>
            <a:ext cx="53213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35">
                <a:solidFill>
                  <a:srgbClr val="3234AC"/>
                </a:solidFill>
                <a:latin typeface="Dotum"/>
                <a:cs typeface="Dotum"/>
              </a:rPr>
              <a:t>04</a:t>
            </a:r>
            <a:endParaRPr sz="3300">
              <a:latin typeface="Dotum"/>
              <a:cs typeface="Dotum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85233" y="8415435"/>
            <a:ext cx="1978660" cy="876300"/>
            <a:chOff x="2585233" y="8415435"/>
            <a:chExt cx="1978660" cy="876300"/>
          </a:xfrm>
        </p:grpSpPr>
        <p:sp>
          <p:nvSpPr>
            <p:cNvPr id="7" name="object 7"/>
            <p:cNvSpPr/>
            <p:nvPr/>
          </p:nvSpPr>
          <p:spPr>
            <a:xfrm>
              <a:off x="2623333" y="8453535"/>
              <a:ext cx="1902460" cy="805180"/>
            </a:xfrm>
            <a:custGeom>
              <a:avLst/>
              <a:gdLst/>
              <a:ahLst/>
              <a:cxnLst/>
              <a:rect l="l" t="t" r="r" b="b"/>
              <a:pathLst>
                <a:path w="1902460" h="805179">
                  <a:moveTo>
                    <a:pt x="1499770" y="804764"/>
                  </a:moveTo>
                  <a:lnTo>
                    <a:pt x="402382" y="804764"/>
                  </a:lnTo>
                  <a:lnTo>
                    <a:pt x="355455" y="802057"/>
                  </a:lnTo>
                  <a:lnTo>
                    <a:pt x="310119" y="794137"/>
                  </a:lnTo>
                  <a:lnTo>
                    <a:pt x="266675" y="781306"/>
                  </a:lnTo>
                  <a:lnTo>
                    <a:pt x="225424" y="763865"/>
                  </a:lnTo>
                  <a:lnTo>
                    <a:pt x="186669" y="742118"/>
                  </a:lnTo>
                  <a:lnTo>
                    <a:pt x="150712" y="716365"/>
                  </a:lnTo>
                  <a:lnTo>
                    <a:pt x="117855" y="686909"/>
                  </a:lnTo>
                  <a:lnTo>
                    <a:pt x="88398" y="654051"/>
                  </a:lnTo>
                  <a:lnTo>
                    <a:pt x="62646" y="618094"/>
                  </a:lnTo>
                  <a:lnTo>
                    <a:pt x="40898" y="579339"/>
                  </a:lnTo>
                  <a:lnTo>
                    <a:pt x="23458" y="538089"/>
                  </a:lnTo>
                  <a:lnTo>
                    <a:pt x="10627" y="494644"/>
                  </a:lnTo>
                  <a:lnTo>
                    <a:pt x="2707" y="449308"/>
                  </a:lnTo>
                  <a:lnTo>
                    <a:pt x="0" y="402382"/>
                  </a:lnTo>
                  <a:lnTo>
                    <a:pt x="2707" y="355456"/>
                  </a:lnTo>
                  <a:lnTo>
                    <a:pt x="10627" y="310119"/>
                  </a:lnTo>
                  <a:lnTo>
                    <a:pt x="23458" y="266675"/>
                  </a:lnTo>
                  <a:lnTo>
                    <a:pt x="40898" y="225424"/>
                  </a:lnTo>
                  <a:lnTo>
                    <a:pt x="62646" y="186670"/>
                  </a:lnTo>
                  <a:lnTo>
                    <a:pt x="88398" y="150712"/>
                  </a:lnTo>
                  <a:lnTo>
                    <a:pt x="117855" y="117855"/>
                  </a:lnTo>
                  <a:lnTo>
                    <a:pt x="150712" y="88399"/>
                  </a:lnTo>
                  <a:lnTo>
                    <a:pt x="186669" y="62646"/>
                  </a:lnTo>
                  <a:lnTo>
                    <a:pt x="225424" y="40898"/>
                  </a:lnTo>
                  <a:lnTo>
                    <a:pt x="266675" y="23458"/>
                  </a:lnTo>
                  <a:lnTo>
                    <a:pt x="310119" y="10627"/>
                  </a:lnTo>
                  <a:lnTo>
                    <a:pt x="355455" y="2707"/>
                  </a:lnTo>
                  <a:lnTo>
                    <a:pt x="402382" y="0"/>
                  </a:lnTo>
                  <a:lnTo>
                    <a:pt x="1499770" y="0"/>
                  </a:lnTo>
                  <a:lnTo>
                    <a:pt x="1546697" y="2707"/>
                  </a:lnTo>
                  <a:lnTo>
                    <a:pt x="1592033" y="10627"/>
                  </a:lnTo>
                  <a:lnTo>
                    <a:pt x="1635477" y="23458"/>
                  </a:lnTo>
                  <a:lnTo>
                    <a:pt x="1676728" y="40898"/>
                  </a:lnTo>
                  <a:lnTo>
                    <a:pt x="1715483" y="62646"/>
                  </a:lnTo>
                  <a:lnTo>
                    <a:pt x="1751440" y="88399"/>
                  </a:lnTo>
                  <a:lnTo>
                    <a:pt x="1784298" y="117855"/>
                  </a:lnTo>
                  <a:lnTo>
                    <a:pt x="1813754" y="150712"/>
                  </a:lnTo>
                  <a:lnTo>
                    <a:pt x="1839507" y="186670"/>
                  </a:lnTo>
                  <a:lnTo>
                    <a:pt x="1861254" y="225424"/>
                  </a:lnTo>
                  <a:lnTo>
                    <a:pt x="1878694" y="266675"/>
                  </a:lnTo>
                  <a:lnTo>
                    <a:pt x="1891525" y="310119"/>
                  </a:lnTo>
                  <a:lnTo>
                    <a:pt x="1899445" y="355456"/>
                  </a:lnTo>
                  <a:lnTo>
                    <a:pt x="1901883" y="397718"/>
                  </a:lnTo>
                  <a:lnTo>
                    <a:pt x="1901883" y="407046"/>
                  </a:lnTo>
                  <a:lnTo>
                    <a:pt x="1899445" y="449308"/>
                  </a:lnTo>
                  <a:lnTo>
                    <a:pt x="1891525" y="494644"/>
                  </a:lnTo>
                  <a:lnTo>
                    <a:pt x="1878694" y="538089"/>
                  </a:lnTo>
                  <a:lnTo>
                    <a:pt x="1861254" y="579339"/>
                  </a:lnTo>
                  <a:lnTo>
                    <a:pt x="1839507" y="618094"/>
                  </a:lnTo>
                  <a:lnTo>
                    <a:pt x="1813754" y="654051"/>
                  </a:lnTo>
                  <a:lnTo>
                    <a:pt x="1784298" y="686909"/>
                  </a:lnTo>
                  <a:lnTo>
                    <a:pt x="1751440" y="716365"/>
                  </a:lnTo>
                  <a:lnTo>
                    <a:pt x="1715483" y="742118"/>
                  </a:lnTo>
                  <a:lnTo>
                    <a:pt x="1676728" y="763865"/>
                  </a:lnTo>
                  <a:lnTo>
                    <a:pt x="1635477" y="781306"/>
                  </a:lnTo>
                  <a:lnTo>
                    <a:pt x="1592033" y="794137"/>
                  </a:lnTo>
                  <a:lnTo>
                    <a:pt x="1546697" y="802057"/>
                  </a:lnTo>
                  <a:lnTo>
                    <a:pt x="1499770" y="8047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23333" y="8453535"/>
              <a:ext cx="1902460" cy="800100"/>
            </a:xfrm>
            <a:custGeom>
              <a:avLst/>
              <a:gdLst/>
              <a:ahLst/>
              <a:cxnLst/>
              <a:rect l="l" t="t" r="r" b="b"/>
              <a:pathLst>
                <a:path w="1902460" h="800100">
                  <a:moveTo>
                    <a:pt x="344528" y="800099"/>
                  </a:moveTo>
                  <a:lnTo>
                    <a:pt x="266656" y="781254"/>
                  </a:lnTo>
                  <a:lnTo>
                    <a:pt x="225409" y="763815"/>
                  </a:lnTo>
                  <a:lnTo>
                    <a:pt x="186657" y="742069"/>
                  </a:lnTo>
                  <a:lnTo>
                    <a:pt x="150702" y="716318"/>
                  </a:lnTo>
                  <a:lnTo>
                    <a:pt x="117846" y="686864"/>
                  </a:lnTo>
                  <a:lnTo>
                    <a:pt x="88392" y="654009"/>
                  </a:lnTo>
                  <a:lnTo>
                    <a:pt x="62641" y="618054"/>
                  </a:lnTo>
                  <a:lnTo>
                    <a:pt x="40895" y="579302"/>
                  </a:lnTo>
                  <a:lnTo>
                    <a:pt x="23456" y="538054"/>
                  </a:lnTo>
                  <a:lnTo>
                    <a:pt x="10626" y="494613"/>
                  </a:lnTo>
                  <a:lnTo>
                    <a:pt x="2706" y="449279"/>
                  </a:lnTo>
                  <a:lnTo>
                    <a:pt x="0" y="402356"/>
                  </a:lnTo>
                  <a:lnTo>
                    <a:pt x="2706" y="355433"/>
                  </a:lnTo>
                  <a:lnTo>
                    <a:pt x="10626" y="310100"/>
                  </a:lnTo>
                  <a:lnTo>
                    <a:pt x="23456" y="266659"/>
                  </a:lnTo>
                  <a:lnTo>
                    <a:pt x="40895" y="225411"/>
                  </a:lnTo>
                  <a:lnTo>
                    <a:pt x="62641" y="186659"/>
                  </a:lnTo>
                  <a:lnTo>
                    <a:pt x="88392" y="150704"/>
                  </a:lnTo>
                  <a:lnTo>
                    <a:pt x="117846" y="117849"/>
                  </a:lnTo>
                  <a:lnTo>
                    <a:pt x="150702" y="88395"/>
                  </a:lnTo>
                  <a:lnTo>
                    <a:pt x="186657" y="62644"/>
                  </a:lnTo>
                  <a:lnTo>
                    <a:pt x="225409" y="40898"/>
                  </a:lnTo>
                  <a:lnTo>
                    <a:pt x="266657" y="23459"/>
                  </a:lnTo>
                  <a:lnTo>
                    <a:pt x="310098" y="10628"/>
                  </a:lnTo>
                  <a:lnTo>
                    <a:pt x="355431" y="2709"/>
                  </a:lnTo>
                  <a:lnTo>
                    <a:pt x="402354" y="0"/>
                  </a:lnTo>
                  <a:lnTo>
                    <a:pt x="1499668" y="0"/>
                  </a:lnTo>
                  <a:lnTo>
                    <a:pt x="1546591" y="2709"/>
                  </a:lnTo>
                  <a:lnTo>
                    <a:pt x="1591925" y="10628"/>
                  </a:lnTo>
                  <a:lnTo>
                    <a:pt x="1635366" y="23459"/>
                  </a:lnTo>
                  <a:lnTo>
                    <a:pt x="1676614" y="40898"/>
                  </a:lnTo>
                  <a:lnTo>
                    <a:pt x="1715366" y="62644"/>
                  </a:lnTo>
                  <a:lnTo>
                    <a:pt x="1751321" y="88395"/>
                  </a:lnTo>
                  <a:lnTo>
                    <a:pt x="1784176" y="117849"/>
                  </a:lnTo>
                  <a:lnTo>
                    <a:pt x="1813630" y="150704"/>
                  </a:lnTo>
                  <a:lnTo>
                    <a:pt x="1839381" y="186659"/>
                  </a:lnTo>
                  <a:lnTo>
                    <a:pt x="1861127" y="225411"/>
                  </a:lnTo>
                  <a:lnTo>
                    <a:pt x="1878566" y="266659"/>
                  </a:lnTo>
                  <a:lnTo>
                    <a:pt x="1891396" y="310100"/>
                  </a:lnTo>
                  <a:lnTo>
                    <a:pt x="1899316" y="355433"/>
                  </a:lnTo>
                  <a:lnTo>
                    <a:pt x="1902023" y="402356"/>
                  </a:lnTo>
                  <a:lnTo>
                    <a:pt x="1899316" y="449279"/>
                  </a:lnTo>
                  <a:lnTo>
                    <a:pt x="1891396" y="494613"/>
                  </a:lnTo>
                  <a:lnTo>
                    <a:pt x="1878566" y="538054"/>
                  </a:lnTo>
                  <a:lnTo>
                    <a:pt x="1861127" y="579302"/>
                  </a:lnTo>
                  <a:lnTo>
                    <a:pt x="1839381" y="618054"/>
                  </a:lnTo>
                  <a:lnTo>
                    <a:pt x="1813630" y="654009"/>
                  </a:lnTo>
                  <a:lnTo>
                    <a:pt x="1784176" y="686864"/>
                  </a:lnTo>
                  <a:lnTo>
                    <a:pt x="1751321" y="716318"/>
                  </a:lnTo>
                  <a:lnTo>
                    <a:pt x="1715366" y="742069"/>
                  </a:lnTo>
                  <a:lnTo>
                    <a:pt x="1676614" y="763815"/>
                  </a:lnTo>
                  <a:lnTo>
                    <a:pt x="1635366" y="781254"/>
                  </a:lnTo>
                  <a:lnTo>
                    <a:pt x="1591925" y="794085"/>
                  </a:lnTo>
                  <a:lnTo>
                    <a:pt x="1557494" y="80010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965554" y="8618666"/>
            <a:ext cx="12179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14">
                <a:solidFill>
                  <a:srgbClr val="3234AC"/>
                </a:solidFill>
                <a:latin typeface="Dotum"/>
                <a:cs typeface="Dotum"/>
              </a:rPr>
              <a:t>Before</a:t>
            </a:r>
            <a:endParaRPr sz="2800">
              <a:latin typeface="Dotum"/>
              <a:cs typeface="Dotum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891669" y="8415435"/>
            <a:ext cx="1978660" cy="876300"/>
            <a:chOff x="11891669" y="8415435"/>
            <a:chExt cx="1978660" cy="876300"/>
          </a:xfrm>
        </p:grpSpPr>
        <p:sp>
          <p:nvSpPr>
            <p:cNvPr id="11" name="object 11"/>
            <p:cNvSpPr/>
            <p:nvPr/>
          </p:nvSpPr>
          <p:spPr>
            <a:xfrm>
              <a:off x="11929768" y="8453535"/>
              <a:ext cx="1902460" cy="805180"/>
            </a:xfrm>
            <a:custGeom>
              <a:avLst/>
              <a:gdLst/>
              <a:ahLst/>
              <a:cxnLst/>
              <a:rect l="l" t="t" r="r" b="b"/>
              <a:pathLst>
                <a:path w="1902459" h="805179">
                  <a:moveTo>
                    <a:pt x="1499770" y="804764"/>
                  </a:moveTo>
                  <a:lnTo>
                    <a:pt x="402382" y="804764"/>
                  </a:lnTo>
                  <a:lnTo>
                    <a:pt x="355455" y="802057"/>
                  </a:lnTo>
                  <a:lnTo>
                    <a:pt x="310119" y="794137"/>
                  </a:lnTo>
                  <a:lnTo>
                    <a:pt x="266675" y="781306"/>
                  </a:lnTo>
                  <a:lnTo>
                    <a:pt x="225424" y="763865"/>
                  </a:lnTo>
                  <a:lnTo>
                    <a:pt x="186670" y="742118"/>
                  </a:lnTo>
                  <a:lnTo>
                    <a:pt x="150712" y="716365"/>
                  </a:lnTo>
                  <a:lnTo>
                    <a:pt x="117855" y="686909"/>
                  </a:lnTo>
                  <a:lnTo>
                    <a:pt x="88399" y="654051"/>
                  </a:lnTo>
                  <a:lnTo>
                    <a:pt x="62646" y="618094"/>
                  </a:lnTo>
                  <a:lnTo>
                    <a:pt x="40898" y="579339"/>
                  </a:lnTo>
                  <a:lnTo>
                    <a:pt x="23458" y="538089"/>
                  </a:lnTo>
                  <a:lnTo>
                    <a:pt x="10627" y="494644"/>
                  </a:lnTo>
                  <a:lnTo>
                    <a:pt x="2707" y="449308"/>
                  </a:lnTo>
                  <a:lnTo>
                    <a:pt x="0" y="402382"/>
                  </a:lnTo>
                  <a:lnTo>
                    <a:pt x="2707" y="355456"/>
                  </a:lnTo>
                  <a:lnTo>
                    <a:pt x="10627" y="310119"/>
                  </a:lnTo>
                  <a:lnTo>
                    <a:pt x="23458" y="266675"/>
                  </a:lnTo>
                  <a:lnTo>
                    <a:pt x="40898" y="225424"/>
                  </a:lnTo>
                  <a:lnTo>
                    <a:pt x="62646" y="186670"/>
                  </a:lnTo>
                  <a:lnTo>
                    <a:pt x="88399" y="150712"/>
                  </a:lnTo>
                  <a:lnTo>
                    <a:pt x="117855" y="117855"/>
                  </a:lnTo>
                  <a:lnTo>
                    <a:pt x="150712" y="88399"/>
                  </a:lnTo>
                  <a:lnTo>
                    <a:pt x="186670" y="62646"/>
                  </a:lnTo>
                  <a:lnTo>
                    <a:pt x="225424" y="40898"/>
                  </a:lnTo>
                  <a:lnTo>
                    <a:pt x="266675" y="23458"/>
                  </a:lnTo>
                  <a:lnTo>
                    <a:pt x="310119" y="10627"/>
                  </a:lnTo>
                  <a:lnTo>
                    <a:pt x="355455" y="2707"/>
                  </a:lnTo>
                  <a:lnTo>
                    <a:pt x="402382" y="0"/>
                  </a:lnTo>
                  <a:lnTo>
                    <a:pt x="1499770" y="0"/>
                  </a:lnTo>
                  <a:lnTo>
                    <a:pt x="1546697" y="2707"/>
                  </a:lnTo>
                  <a:lnTo>
                    <a:pt x="1592033" y="10627"/>
                  </a:lnTo>
                  <a:lnTo>
                    <a:pt x="1635478" y="23458"/>
                  </a:lnTo>
                  <a:lnTo>
                    <a:pt x="1676728" y="40898"/>
                  </a:lnTo>
                  <a:lnTo>
                    <a:pt x="1715483" y="62646"/>
                  </a:lnTo>
                  <a:lnTo>
                    <a:pt x="1751440" y="88399"/>
                  </a:lnTo>
                  <a:lnTo>
                    <a:pt x="1784298" y="117855"/>
                  </a:lnTo>
                  <a:lnTo>
                    <a:pt x="1813754" y="150712"/>
                  </a:lnTo>
                  <a:lnTo>
                    <a:pt x="1839507" y="186670"/>
                  </a:lnTo>
                  <a:lnTo>
                    <a:pt x="1861254" y="225424"/>
                  </a:lnTo>
                  <a:lnTo>
                    <a:pt x="1878694" y="266675"/>
                  </a:lnTo>
                  <a:lnTo>
                    <a:pt x="1891525" y="310119"/>
                  </a:lnTo>
                  <a:lnTo>
                    <a:pt x="1899445" y="355456"/>
                  </a:lnTo>
                  <a:lnTo>
                    <a:pt x="1901883" y="397719"/>
                  </a:lnTo>
                  <a:lnTo>
                    <a:pt x="1901883" y="407045"/>
                  </a:lnTo>
                  <a:lnTo>
                    <a:pt x="1899445" y="449308"/>
                  </a:lnTo>
                  <a:lnTo>
                    <a:pt x="1891525" y="494644"/>
                  </a:lnTo>
                  <a:lnTo>
                    <a:pt x="1878694" y="538089"/>
                  </a:lnTo>
                  <a:lnTo>
                    <a:pt x="1861254" y="579339"/>
                  </a:lnTo>
                  <a:lnTo>
                    <a:pt x="1839507" y="618094"/>
                  </a:lnTo>
                  <a:lnTo>
                    <a:pt x="1813754" y="654051"/>
                  </a:lnTo>
                  <a:lnTo>
                    <a:pt x="1784298" y="686909"/>
                  </a:lnTo>
                  <a:lnTo>
                    <a:pt x="1751440" y="716365"/>
                  </a:lnTo>
                  <a:lnTo>
                    <a:pt x="1715483" y="742118"/>
                  </a:lnTo>
                  <a:lnTo>
                    <a:pt x="1676728" y="763865"/>
                  </a:lnTo>
                  <a:lnTo>
                    <a:pt x="1635478" y="781306"/>
                  </a:lnTo>
                  <a:lnTo>
                    <a:pt x="1592033" y="794137"/>
                  </a:lnTo>
                  <a:lnTo>
                    <a:pt x="1546697" y="802057"/>
                  </a:lnTo>
                  <a:lnTo>
                    <a:pt x="1499770" y="804764"/>
                  </a:lnTo>
                  <a:close/>
                </a:path>
              </a:pathLst>
            </a:custGeom>
            <a:solidFill>
              <a:srgbClr val="E2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929769" y="8453535"/>
              <a:ext cx="1902460" cy="800100"/>
            </a:xfrm>
            <a:custGeom>
              <a:avLst/>
              <a:gdLst/>
              <a:ahLst/>
              <a:cxnLst/>
              <a:rect l="l" t="t" r="r" b="b"/>
              <a:pathLst>
                <a:path w="1902459" h="800100">
                  <a:moveTo>
                    <a:pt x="344528" y="800100"/>
                  </a:moveTo>
                  <a:lnTo>
                    <a:pt x="266656" y="781254"/>
                  </a:lnTo>
                  <a:lnTo>
                    <a:pt x="225409" y="763815"/>
                  </a:lnTo>
                  <a:lnTo>
                    <a:pt x="186656" y="742069"/>
                  </a:lnTo>
                  <a:lnTo>
                    <a:pt x="150702" y="716318"/>
                  </a:lnTo>
                  <a:lnTo>
                    <a:pt x="117846" y="686864"/>
                  </a:lnTo>
                  <a:lnTo>
                    <a:pt x="88392" y="654009"/>
                  </a:lnTo>
                  <a:lnTo>
                    <a:pt x="62641" y="618054"/>
                  </a:lnTo>
                  <a:lnTo>
                    <a:pt x="40895" y="579302"/>
                  </a:lnTo>
                  <a:lnTo>
                    <a:pt x="23456" y="538054"/>
                  </a:lnTo>
                  <a:lnTo>
                    <a:pt x="10626" y="494613"/>
                  </a:lnTo>
                  <a:lnTo>
                    <a:pt x="2706" y="449279"/>
                  </a:lnTo>
                  <a:lnTo>
                    <a:pt x="0" y="402356"/>
                  </a:lnTo>
                  <a:lnTo>
                    <a:pt x="2706" y="355433"/>
                  </a:lnTo>
                  <a:lnTo>
                    <a:pt x="10626" y="310100"/>
                  </a:lnTo>
                  <a:lnTo>
                    <a:pt x="23456" y="266659"/>
                  </a:lnTo>
                  <a:lnTo>
                    <a:pt x="40895" y="225411"/>
                  </a:lnTo>
                  <a:lnTo>
                    <a:pt x="62641" y="186659"/>
                  </a:lnTo>
                  <a:lnTo>
                    <a:pt x="88392" y="150704"/>
                  </a:lnTo>
                  <a:lnTo>
                    <a:pt x="117846" y="117849"/>
                  </a:lnTo>
                  <a:lnTo>
                    <a:pt x="150702" y="88395"/>
                  </a:lnTo>
                  <a:lnTo>
                    <a:pt x="186656" y="62644"/>
                  </a:lnTo>
                  <a:lnTo>
                    <a:pt x="225409" y="40898"/>
                  </a:lnTo>
                  <a:lnTo>
                    <a:pt x="266656" y="23459"/>
                  </a:lnTo>
                  <a:lnTo>
                    <a:pt x="310098" y="10628"/>
                  </a:lnTo>
                  <a:lnTo>
                    <a:pt x="355431" y="2709"/>
                  </a:lnTo>
                  <a:lnTo>
                    <a:pt x="402354" y="0"/>
                  </a:lnTo>
                  <a:lnTo>
                    <a:pt x="1499668" y="0"/>
                  </a:lnTo>
                  <a:lnTo>
                    <a:pt x="1546591" y="2709"/>
                  </a:lnTo>
                  <a:lnTo>
                    <a:pt x="1591924" y="10628"/>
                  </a:lnTo>
                  <a:lnTo>
                    <a:pt x="1635366" y="23459"/>
                  </a:lnTo>
                  <a:lnTo>
                    <a:pt x="1676614" y="40898"/>
                  </a:lnTo>
                  <a:lnTo>
                    <a:pt x="1715366" y="62644"/>
                  </a:lnTo>
                  <a:lnTo>
                    <a:pt x="1751321" y="88395"/>
                  </a:lnTo>
                  <a:lnTo>
                    <a:pt x="1784176" y="117849"/>
                  </a:lnTo>
                  <a:lnTo>
                    <a:pt x="1813630" y="150704"/>
                  </a:lnTo>
                  <a:lnTo>
                    <a:pt x="1839381" y="186659"/>
                  </a:lnTo>
                  <a:lnTo>
                    <a:pt x="1861127" y="225411"/>
                  </a:lnTo>
                  <a:lnTo>
                    <a:pt x="1878566" y="266659"/>
                  </a:lnTo>
                  <a:lnTo>
                    <a:pt x="1891396" y="310100"/>
                  </a:lnTo>
                  <a:lnTo>
                    <a:pt x="1899316" y="355433"/>
                  </a:lnTo>
                  <a:lnTo>
                    <a:pt x="1902023" y="402356"/>
                  </a:lnTo>
                  <a:lnTo>
                    <a:pt x="1899316" y="449279"/>
                  </a:lnTo>
                  <a:lnTo>
                    <a:pt x="1891396" y="494613"/>
                  </a:lnTo>
                  <a:lnTo>
                    <a:pt x="1878566" y="538054"/>
                  </a:lnTo>
                  <a:lnTo>
                    <a:pt x="1861127" y="579302"/>
                  </a:lnTo>
                  <a:lnTo>
                    <a:pt x="1839381" y="618054"/>
                  </a:lnTo>
                  <a:lnTo>
                    <a:pt x="1813630" y="654009"/>
                  </a:lnTo>
                  <a:lnTo>
                    <a:pt x="1784176" y="686864"/>
                  </a:lnTo>
                  <a:lnTo>
                    <a:pt x="1751321" y="716318"/>
                  </a:lnTo>
                  <a:lnTo>
                    <a:pt x="1715366" y="742069"/>
                  </a:lnTo>
                  <a:lnTo>
                    <a:pt x="1676614" y="763815"/>
                  </a:lnTo>
                  <a:lnTo>
                    <a:pt x="1635366" y="781254"/>
                  </a:lnTo>
                  <a:lnTo>
                    <a:pt x="1591924" y="794085"/>
                  </a:lnTo>
                  <a:lnTo>
                    <a:pt x="1557494" y="80010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2413823" y="8618666"/>
            <a:ext cx="9340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80">
                <a:solidFill>
                  <a:srgbClr val="FF3131"/>
                </a:solidFill>
                <a:latin typeface="Dotum"/>
                <a:cs typeface="Dotum"/>
              </a:rPr>
              <a:t>After</a:t>
            </a:r>
            <a:endParaRPr sz="2800">
              <a:latin typeface="Dotum"/>
              <a:cs typeface="Dotum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45657" y="5143499"/>
            <a:ext cx="1191895" cy="990600"/>
          </a:xfrm>
          <a:custGeom>
            <a:avLst/>
            <a:gdLst/>
            <a:ahLst/>
            <a:cxnLst/>
            <a:rect l="l" t="t" r="r" b="b"/>
            <a:pathLst>
              <a:path w="1191895" h="990600">
                <a:moveTo>
                  <a:pt x="697395" y="990584"/>
                </a:moveTo>
                <a:lnTo>
                  <a:pt x="697395" y="742938"/>
                </a:lnTo>
                <a:lnTo>
                  <a:pt x="0" y="742938"/>
                </a:lnTo>
                <a:lnTo>
                  <a:pt x="0" y="247646"/>
                </a:lnTo>
                <a:lnTo>
                  <a:pt x="697395" y="247646"/>
                </a:lnTo>
                <a:lnTo>
                  <a:pt x="697395" y="0"/>
                </a:lnTo>
                <a:lnTo>
                  <a:pt x="1191797" y="494402"/>
                </a:lnTo>
                <a:lnTo>
                  <a:pt x="1191797" y="496183"/>
                </a:lnTo>
                <a:lnTo>
                  <a:pt x="697395" y="990584"/>
                </a:lnTo>
                <a:close/>
              </a:path>
            </a:pathLst>
          </a:custGeom>
          <a:solidFill>
            <a:srgbClr val="3234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14168327" y="1304946"/>
            <a:ext cx="3129280" cy="1352550"/>
            <a:chOff x="14168327" y="1304946"/>
            <a:chExt cx="3129280" cy="1352550"/>
          </a:xfrm>
        </p:grpSpPr>
        <p:sp>
          <p:nvSpPr>
            <p:cNvPr id="16" name="object 16"/>
            <p:cNvSpPr/>
            <p:nvPr/>
          </p:nvSpPr>
          <p:spPr>
            <a:xfrm>
              <a:off x="14206406" y="1343046"/>
              <a:ext cx="3051175" cy="1276350"/>
            </a:xfrm>
            <a:custGeom>
              <a:avLst/>
              <a:gdLst/>
              <a:ahLst/>
              <a:cxnLst/>
              <a:rect l="l" t="t" r="r" b="b"/>
              <a:pathLst>
                <a:path w="3051175" h="1276350">
                  <a:moveTo>
                    <a:pt x="3051090" y="731557"/>
                  </a:moveTo>
                  <a:lnTo>
                    <a:pt x="0" y="731557"/>
                  </a:lnTo>
                  <a:lnTo>
                    <a:pt x="0" y="0"/>
                  </a:lnTo>
                  <a:lnTo>
                    <a:pt x="3051090" y="0"/>
                  </a:lnTo>
                  <a:lnTo>
                    <a:pt x="3051090" y="731557"/>
                  </a:lnTo>
                  <a:close/>
                </a:path>
                <a:path w="3051175" h="1276350">
                  <a:moveTo>
                    <a:pt x="456383" y="1276273"/>
                  </a:moveTo>
                  <a:lnTo>
                    <a:pt x="456383" y="731557"/>
                  </a:lnTo>
                  <a:lnTo>
                    <a:pt x="1343386" y="731557"/>
                  </a:lnTo>
                  <a:lnTo>
                    <a:pt x="456383" y="1276273"/>
                  </a:lnTo>
                  <a:close/>
                </a:path>
              </a:pathLst>
            </a:custGeom>
            <a:solidFill>
              <a:srgbClr val="BD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206427" y="1343046"/>
              <a:ext cx="3053080" cy="1276350"/>
            </a:xfrm>
            <a:custGeom>
              <a:avLst/>
              <a:gdLst/>
              <a:ahLst/>
              <a:cxnLst/>
              <a:rect l="l" t="t" r="r" b="b"/>
              <a:pathLst>
                <a:path w="3053080" h="1276350">
                  <a:moveTo>
                    <a:pt x="456357" y="731516"/>
                  </a:moveTo>
                  <a:lnTo>
                    <a:pt x="456357" y="1276200"/>
                  </a:lnTo>
                  <a:lnTo>
                    <a:pt x="1343310" y="731516"/>
                  </a:lnTo>
                </a:path>
                <a:path w="3053080" h="1276350">
                  <a:moveTo>
                    <a:pt x="1343310" y="731516"/>
                  </a:moveTo>
                  <a:lnTo>
                    <a:pt x="3052719" y="731516"/>
                  </a:lnTo>
                  <a:lnTo>
                    <a:pt x="3052719" y="0"/>
                  </a:lnTo>
                  <a:lnTo>
                    <a:pt x="0" y="0"/>
                  </a:lnTo>
                  <a:lnTo>
                    <a:pt x="0" y="731516"/>
                  </a:lnTo>
                  <a:lnTo>
                    <a:pt x="456357" y="731516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4244527" y="1467499"/>
            <a:ext cx="29768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800" spc="-415">
                <a:latin typeface="Dotum"/>
                <a:cs typeface="Dotum"/>
              </a:rPr>
              <a:t>이미지</a:t>
            </a:r>
            <a:r>
              <a:rPr dirty="0" sz="2800" spc="-285">
                <a:latin typeface="Dotum"/>
                <a:cs typeface="Dotum"/>
              </a:rPr>
              <a:t> </a:t>
            </a:r>
            <a:r>
              <a:rPr dirty="0" sz="2800" spc="-365">
                <a:latin typeface="Dotum"/>
                <a:cs typeface="Dotum"/>
              </a:rPr>
              <a:t>및</a:t>
            </a:r>
            <a:r>
              <a:rPr dirty="0" sz="2800" spc="-270">
                <a:latin typeface="Dotum"/>
                <a:cs typeface="Dotum"/>
              </a:rPr>
              <a:t> </a:t>
            </a:r>
            <a:r>
              <a:rPr dirty="0" sz="2800" spc="-315">
                <a:latin typeface="Dotum"/>
                <a:cs typeface="Dotum"/>
              </a:rPr>
              <a:t>번호</a:t>
            </a:r>
            <a:r>
              <a:rPr dirty="0" sz="2800" spc="-270">
                <a:latin typeface="Dotum"/>
                <a:cs typeface="Dotum"/>
              </a:rPr>
              <a:t> </a:t>
            </a:r>
            <a:r>
              <a:rPr dirty="0" sz="2800" spc="-25">
                <a:latin typeface="Dotum"/>
                <a:cs typeface="Dotum"/>
              </a:rPr>
              <a:t>추가</a:t>
            </a:r>
            <a:endParaRPr sz="2800">
              <a:latin typeface="Dotum"/>
              <a:cs typeface="Dotum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645890" y="7777298"/>
            <a:ext cx="3129280" cy="1352550"/>
            <a:chOff x="8645890" y="7777298"/>
            <a:chExt cx="3129280" cy="1352550"/>
          </a:xfrm>
        </p:grpSpPr>
        <p:sp>
          <p:nvSpPr>
            <p:cNvPr id="20" name="object 20"/>
            <p:cNvSpPr/>
            <p:nvPr/>
          </p:nvSpPr>
          <p:spPr>
            <a:xfrm>
              <a:off x="8685639" y="7815326"/>
              <a:ext cx="3051175" cy="1276350"/>
            </a:xfrm>
            <a:custGeom>
              <a:avLst/>
              <a:gdLst/>
              <a:ahLst/>
              <a:cxnLst/>
              <a:rect l="l" t="t" r="r" b="b"/>
              <a:pathLst>
                <a:path w="3051175" h="1276350">
                  <a:moveTo>
                    <a:pt x="0" y="544716"/>
                  </a:moveTo>
                  <a:lnTo>
                    <a:pt x="3051090" y="544716"/>
                  </a:lnTo>
                  <a:lnTo>
                    <a:pt x="3051090" y="1276273"/>
                  </a:lnTo>
                  <a:lnTo>
                    <a:pt x="0" y="1276273"/>
                  </a:lnTo>
                  <a:lnTo>
                    <a:pt x="0" y="544716"/>
                  </a:lnTo>
                  <a:close/>
                </a:path>
                <a:path w="3051175" h="1276350">
                  <a:moveTo>
                    <a:pt x="2594706" y="0"/>
                  </a:moveTo>
                  <a:lnTo>
                    <a:pt x="2594706" y="544716"/>
                  </a:lnTo>
                  <a:lnTo>
                    <a:pt x="1707704" y="544716"/>
                  </a:lnTo>
                  <a:lnTo>
                    <a:pt x="2594706" y="0"/>
                  </a:lnTo>
                  <a:close/>
                </a:path>
              </a:pathLst>
            </a:custGeom>
            <a:solidFill>
              <a:srgbClr val="BD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683990" y="7815398"/>
              <a:ext cx="3053080" cy="1276350"/>
            </a:xfrm>
            <a:custGeom>
              <a:avLst/>
              <a:gdLst/>
              <a:ahLst/>
              <a:cxnLst/>
              <a:rect l="l" t="t" r="r" b="b"/>
              <a:pathLst>
                <a:path w="3053079" h="1276350">
                  <a:moveTo>
                    <a:pt x="1709408" y="544684"/>
                  </a:moveTo>
                  <a:lnTo>
                    <a:pt x="0" y="544684"/>
                  </a:lnTo>
                  <a:lnTo>
                    <a:pt x="0" y="1276200"/>
                  </a:lnTo>
                  <a:lnTo>
                    <a:pt x="3052719" y="1276201"/>
                  </a:lnTo>
                  <a:lnTo>
                    <a:pt x="3052719" y="544684"/>
                  </a:lnTo>
                  <a:lnTo>
                    <a:pt x="2596361" y="544684"/>
                  </a:lnTo>
                </a:path>
                <a:path w="3053079" h="1276350">
                  <a:moveTo>
                    <a:pt x="2596361" y="544684"/>
                  </a:moveTo>
                  <a:lnTo>
                    <a:pt x="2596361" y="0"/>
                  </a:lnTo>
                  <a:lnTo>
                    <a:pt x="1709408" y="54468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951976" y="8421996"/>
            <a:ext cx="24282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15">
                <a:latin typeface="Dotum"/>
                <a:cs typeface="Dotum"/>
              </a:rPr>
              <a:t>선으로</a:t>
            </a:r>
            <a:r>
              <a:rPr dirty="0" sz="2800" spc="-270">
                <a:latin typeface="Dotum"/>
                <a:cs typeface="Dotum"/>
              </a:rPr>
              <a:t> </a:t>
            </a:r>
            <a:r>
              <a:rPr dirty="0" sz="2800" spc="-315">
                <a:latin typeface="Dotum"/>
                <a:cs typeface="Dotum"/>
              </a:rPr>
              <a:t>사진</a:t>
            </a:r>
            <a:r>
              <a:rPr dirty="0" sz="2800" spc="-265">
                <a:latin typeface="Dotum"/>
                <a:cs typeface="Dotum"/>
              </a:rPr>
              <a:t> </a:t>
            </a:r>
            <a:r>
              <a:rPr dirty="0" sz="2800" spc="-204">
                <a:latin typeface="Dotum"/>
                <a:cs typeface="Dotum"/>
              </a:rPr>
              <a:t>구분</a:t>
            </a:r>
            <a:endParaRPr sz="28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7430" y="4641977"/>
            <a:ext cx="1773555" cy="983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250" spc="110">
                <a:solidFill>
                  <a:srgbClr val="3234AC"/>
                </a:solidFill>
                <a:latin typeface="Dotum"/>
                <a:cs typeface="Dotum"/>
              </a:rPr>
              <a:t>Q&amp;A</a:t>
            </a:r>
            <a:endParaRPr sz="625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12195" y="4051128"/>
            <a:ext cx="13263880" cy="0"/>
          </a:xfrm>
          <a:custGeom>
            <a:avLst/>
            <a:gdLst/>
            <a:ahLst/>
            <a:cxnLst/>
            <a:rect l="l" t="t" r="r" b="b"/>
            <a:pathLst>
              <a:path w="13263880" h="0">
                <a:moveTo>
                  <a:pt x="0" y="0"/>
                </a:moveTo>
                <a:lnTo>
                  <a:pt x="13263607" y="0"/>
                </a:lnTo>
              </a:path>
            </a:pathLst>
          </a:custGeom>
          <a:ln w="19049">
            <a:solidFill>
              <a:srgbClr val="BD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12195" y="6235871"/>
            <a:ext cx="13263880" cy="0"/>
          </a:xfrm>
          <a:custGeom>
            <a:avLst/>
            <a:gdLst/>
            <a:ahLst/>
            <a:cxnLst/>
            <a:rect l="l" t="t" r="r" b="b"/>
            <a:pathLst>
              <a:path w="13263880" h="0">
                <a:moveTo>
                  <a:pt x="0" y="0"/>
                </a:moveTo>
                <a:lnTo>
                  <a:pt x="13263607" y="0"/>
                </a:lnTo>
              </a:path>
            </a:pathLst>
          </a:custGeom>
          <a:ln w="19049">
            <a:solidFill>
              <a:srgbClr val="BD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405837" y="4394291"/>
            <a:ext cx="5093970" cy="14395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250" spc="-1145">
                <a:latin typeface="Source Han Serif KR"/>
                <a:cs typeface="Source Han Serif KR"/>
              </a:rPr>
              <a:t>감</a:t>
            </a:r>
            <a:r>
              <a:rPr dirty="0" sz="9250" spc="-1110">
                <a:latin typeface="Source Han Serif KR"/>
                <a:cs typeface="Source Han Serif KR"/>
              </a:rPr>
              <a:t>사</a:t>
            </a:r>
            <a:r>
              <a:rPr dirty="0" sz="9250" spc="-1115">
                <a:latin typeface="Source Han Serif KR"/>
                <a:cs typeface="Source Han Serif KR"/>
              </a:rPr>
              <a:t>합</a:t>
            </a:r>
            <a:r>
              <a:rPr dirty="0" sz="9250" spc="-1165">
                <a:latin typeface="Source Han Serif KR"/>
                <a:cs typeface="Source Han Serif KR"/>
              </a:rPr>
              <a:t>니</a:t>
            </a:r>
            <a:r>
              <a:rPr dirty="0" sz="9250" spc="-620">
                <a:latin typeface="Source Han Serif KR"/>
                <a:cs typeface="Source Han Serif KR"/>
              </a:rPr>
              <a:t>다</a:t>
            </a:r>
            <a:endParaRPr sz="9250">
              <a:latin typeface="Source Han Serif KR"/>
              <a:cs typeface="Source Han Serif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이승민</dc:creator>
  <cp:keywords>DAG4RrqoSa0,BAG3PP7IWLI,0</cp:keywords>
  <dc:title>어벤디 수정본 발표자료</dc:title>
  <dcterms:created xsi:type="dcterms:W3CDTF">2025-11-10T16:02:47Z</dcterms:created>
  <dcterms:modified xsi:type="dcterms:W3CDTF">2025-11-10T16:02:47Z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2025-11-10T00:00:00Z</vt:filetime>
  </property>
  <property fmtid="{D5CDD505-2E9C-101B-9397-08002B2CF9AE}" pid="5" name="Producer">
    <vt:lpwstr>Canva</vt:lpwstr>
  </property>
</Properties>
</file>